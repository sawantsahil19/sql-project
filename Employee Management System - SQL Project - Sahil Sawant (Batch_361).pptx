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61" r:id="rId3"/>
    <p:sldId id="262" r:id="rId4"/>
    <p:sldId id="263" r:id="rId5"/>
    <p:sldId id="265" r:id="rId6"/>
    <p:sldId id="266" r:id="rId7"/>
    <p:sldId id="267" r:id="rId8"/>
    <p:sldId id="269" r:id="rId9"/>
    <p:sldId id="271" r:id="rId10"/>
    <p:sldId id="272" r:id="rId11"/>
    <p:sldId id="274" r:id="rId12"/>
    <p:sldId id="275" r:id="rId13"/>
    <p:sldId id="277" r:id="rId14"/>
    <p:sldId id="278" r:id="rId15"/>
    <p:sldId id="279" r:id="rId16"/>
    <p:sldId id="280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90" r:id="rId25"/>
    <p:sldId id="291" r:id="rId26"/>
    <p:sldId id="292" r:id="rId27"/>
    <p:sldId id="293" r:id="rId28"/>
    <p:sldId id="295" r:id="rId29"/>
    <p:sldId id="294" r:id="rId30"/>
    <p:sldId id="259" r:id="rId31"/>
  </p:sldIdLst>
  <p:sldSz cx="12192000" cy="6858000"/>
  <p:notesSz cx="6858000" cy="9144000"/>
  <p:embeddedFontLst>
    <p:embeddedFont>
      <p:font typeface="Britannic Bold" panose="020B0903060703020204" pitchFamily="34" charset="0"/>
      <p:regular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Libre Baskerville" panose="020B0604020202020204" charset="0"/>
      <p:regular r:id="rId38"/>
      <p:bold r:id="rId39"/>
      <p: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9696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customschemas.google.com/relationships/presentationmetadata" Target="metadata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8bcc01cd6660d2ee" providerId="LiveId" clId="{46F50B70-D4E9-4573-A2CD-9B493EB86CF9}"/>
    <pc:docChg chg="undo custSel addSld delSld modSld sldOrd">
      <pc:chgData name="" userId="8bcc01cd6660d2ee" providerId="LiveId" clId="{46F50B70-D4E9-4573-A2CD-9B493EB86CF9}" dt="2025-06-17T20:15:47.564" v="2903" actId="478"/>
      <pc:docMkLst>
        <pc:docMk/>
      </pc:docMkLst>
      <pc:sldChg chg="addSp delSp modSp">
        <pc:chgData name="" userId="8bcc01cd6660d2ee" providerId="LiveId" clId="{46F50B70-D4E9-4573-A2CD-9B493EB86CF9}" dt="2025-06-17T17:00:23.254" v="2780" actId="14100"/>
        <pc:sldMkLst>
          <pc:docMk/>
          <pc:sldMk cId="0" sldId="256"/>
        </pc:sldMkLst>
        <pc:spChg chg="add mod">
          <ac:chgData name="" userId="8bcc01cd6660d2ee" providerId="LiveId" clId="{46F50B70-D4E9-4573-A2CD-9B493EB86CF9}" dt="2025-06-17T07:19:24.690" v="2777" actId="2710"/>
          <ac:spMkLst>
            <pc:docMk/>
            <pc:sldMk cId="0" sldId="256"/>
            <ac:spMk id="4" creationId="{467AE8A0-CEF0-4C09-A9D3-4D096C34001D}"/>
          </ac:spMkLst>
        </pc:spChg>
        <pc:spChg chg="add mod">
          <ac:chgData name="" userId="8bcc01cd6660d2ee" providerId="LiveId" clId="{46F50B70-D4E9-4573-A2CD-9B493EB86CF9}" dt="2025-06-17T07:17:12.032" v="2743" actId="1076"/>
          <ac:spMkLst>
            <pc:docMk/>
            <pc:sldMk cId="0" sldId="256"/>
            <ac:spMk id="5" creationId="{99562E70-ECA1-45EC-85EF-E77552C60632}"/>
          </ac:spMkLst>
        </pc:spChg>
        <pc:spChg chg="add del mod">
          <ac:chgData name="" userId="8bcc01cd6660d2ee" providerId="LiveId" clId="{46F50B70-D4E9-4573-A2CD-9B493EB86CF9}" dt="2025-06-15T09:43:44.774" v="94" actId="2711"/>
          <ac:spMkLst>
            <pc:docMk/>
            <pc:sldMk cId="0" sldId="256"/>
            <ac:spMk id="99" creationId="{00000000-0000-0000-0000-000000000000}"/>
          </ac:spMkLst>
        </pc:spChg>
        <pc:picChg chg="mod">
          <ac:chgData name="" userId="8bcc01cd6660d2ee" providerId="LiveId" clId="{46F50B70-D4E9-4573-A2CD-9B493EB86CF9}" dt="2025-06-17T17:00:23.254" v="2780" actId="14100"/>
          <ac:picMkLst>
            <pc:docMk/>
            <pc:sldMk cId="0" sldId="256"/>
            <ac:picMk id="98" creationId="{00000000-0000-0000-0000-000000000000}"/>
          </ac:picMkLst>
        </pc:picChg>
      </pc:sldChg>
      <pc:sldChg chg="modSp del modTransition">
        <pc:chgData name="" userId="8bcc01cd6660d2ee" providerId="LiveId" clId="{46F50B70-D4E9-4573-A2CD-9B493EB86CF9}" dt="2025-06-17T07:15:03.107" v="2694" actId="2696"/>
        <pc:sldMkLst>
          <pc:docMk/>
          <pc:sldMk cId="0" sldId="258"/>
        </pc:sldMkLst>
        <pc:spChg chg="mod">
          <ac:chgData name="" userId="8bcc01cd6660d2ee" providerId="LiveId" clId="{46F50B70-D4E9-4573-A2CD-9B493EB86CF9}" dt="2025-06-15T11:11:46.302" v="366" actId="20577"/>
          <ac:spMkLst>
            <pc:docMk/>
            <pc:sldMk cId="0" sldId="258"/>
            <ac:spMk id="110" creationId="{00000000-0000-0000-0000-000000000000}"/>
          </ac:spMkLst>
        </pc:spChg>
      </pc:sldChg>
      <pc:sldChg chg="addSp delSp modSp add delAnim">
        <pc:chgData name="" userId="8bcc01cd6660d2ee" providerId="LiveId" clId="{46F50B70-D4E9-4573-A2CD-9B493EB86CF9}" dt="2025-06-15T11:21:29.247" v="426" actId="1076"/>
        <pc:sldMkLst>
          <pc:docMk/>
          <pc:sldMk cId="0" sldId="261"/>
        </pc:sldMkLst>
        <pc:spChg chg="add mod">
          <ac:chgData name="" userId="8bcc01cd6660d2ee" providerId="LiveId" clId="{46F50B70-D4E9-4573-A2CD-9B493EB86CF9}" dt="2025-06-15T11:21:28.148" v="425" actId="115"/>
          <ac:spMkLst>
            <pc:docMk/>
            <pc:sldMk cId="0" sldId="261"/>
            <ac:spMk id="4" creationId="{7C224896-CBD1-43D4-91CE-32C85B498E5D}"/>
          </ac:spMkLst>
        </pc:spChg>
        <pc:spChg chg="mod">
          <ac:chgData name="" userId="8bcc01cd6660d2ee" providerId="LiveId" clId="{46F50B70-D4E9-4573-A2CD-9B493EB86CF9}" dt="2025-06-15T11:21:29.247" v="426" actId="1076"/>
          <ac:spMkLst>
            <pc:docMk/>
            <pc:sldMk cId="0" sldId="261"/>
            <ac:spMk id="104" creationId="{00000000-0000-0000-0000-000000000000}"/>
          </ac:spMkLst>
        </pc:spChg>
        <pc:spChg chg="del mod">
          <ac:chgData name="" userId="8bcc01cd6660d2ee" providerId="LiveId" clId="{46F50B70-D4E9-4573-A2CD-9B493EB86CF9}" dt="2025-06-15T11:20:48.153" v="390" actId="478"/>
          <ac:spMkLst>
            <pc:docMk/>
            <pc:sldMk cId="0" sldId="261"/>
            <ac:spMk id="105" creationId="{00000000-0000-0000-0000-000000000000}"/>
          </ac:spMkLst>
        </pc:spChg>
      </pc:sldChg>
      <pc:sldChg chg="addSp delSp modSp add">
        <pc:chgData name="" userId="8bcc01cd6660d2ee" providerId="LiveId" clId="{46F50B70-D4E9-4573-A2CD-9B493EB86CF9}" dt="2025-06-17T17:40:20.752" v="2846" actId="1076"/>
        <pc:sldMkLst>
          <pc:docMk/>
          <pc:sldMk cId="3857637673" sldId="262"/>
        </pc:sldMkLst>
        <pc:spChg chg="add mod">
          <ac:chgData name="" userId="8bcc01cd6660d2ee" providerId="LiveId" clId="{46F50B70-D4E9-4573-A2CD-9B493EB86CF9}" dt="2025-06-15T11:12:19.312" v="370" actId="115"/>
          <ac:spMkLst>
            <pc:docMk/>
            <pc:sldMk cId="3857637673" sldId="262"/>
            <ac:spMk id="2" creationId="{CA629707-6F0C-42FE-A29A-D5EEE4F6F087}"/>
          </ac:spMkLst>
        </pc:spChg>
        <pc:spChg chg="add del mod">
          <ac:chgData name="" userId="8bcc01cd6660d2ee" providerId="LiveId" clId="{46F50B70-D4E9-4573-A2CD-9B493EB86CF9}" dt="2025-06-15T11:24:12.631" v="434"/>
          <ac:spMkLst>
            <pc:docMk/>
            <pc:sldMk cId="3857637673" sldId="262"/>
            <ac:spMk id="3" creationId="{EFCADC1A-8B6E-4C89-8962-A7B39CBFB303}"/>
          </ac:spMkLst>
        </pc:spChg>
        <pc:spChg chg="add del">
          <ac:chgData name="" userId="8bcc01cd6660d2ee" providerId="LiveId" clId="{46F50B70-D4E9-4573-A2CD-9B493EB86CF9}" dt="2025-06-15T11:24:02.233" v="429"/>
          <ac:spMkLst>
            <pc:docMk/>
            <pc:sldMk cId="3857637673" sldId="262"/>
            <ac:spMk id="4" creationId="{CD40B45E-783B-4E97-8B4D-8DE2D13EE3C4}"/>
          </ac:spMkLst>
        </pc:spChg>
        <pc:spChg chg="add del">
          <ac:chgData name="" userId="8bcc01cd6660d2ee" providerId="LiveId" clId="{46F50B70-D4E9-4573-A2CD-9B493EB86CF9}" dt="2025-06-15T11:24:10.621" v="432"/>
          <ac:spMkLst>
            <pc:docMk/>
            <pc:sldMk cId="3857637673" sldId="262"/>
            <ac:spMk id="5" creationId="{98E92580-8635-40B3-AE2B-665D639DB77B}"/>
          </ac:spMkLst>
        </pc:spChg>
        <pc:spChg chg="add mod">
          <ac:chgData name="" userId="8bcc01cd6660d2ee" providerId="LiveId" clId="{46F50B70-D4E9-4573-A2CD-9B493EB86CF9}" dt="2025-06-15T12:54:31.285" v="901" actId="2711"/>
          <ac:spMkLst>
            <pc:docMk/>
            <pc:sldMk cId="3857637673" sldId="262"/>
            <ac:spMk id="6" creationId="{7DFB9AF2-3F24-4281-956B-C45F8B6594DD}"/>
          </ac:spMkLst>
        </pc:spChg>
        <pc:spChg chg="add mod">
          <ac:chgData name="" userId="8bcc01cd6660d2ee" providerId="LiveId" clId="{46F50B70-D4E9-4573-A2CD-9B493EB86CF9}" dt="2025-06-17T17:40:20.752" v="2846" actId="1076"/>
          <ac:spMkLst>
            <pc:docMk/>
            <pc:sldMk cId="3857637673" sldId="262"/>
            <ac:spMk id="7" creationId="{EA84CDC3-44A2-4943-BE7E-5029363219D5}"/>
          </ac:spMkLst>
        </pc:spChg>
      </pc:sldChg>
      <pc:sldChg chg="addSp delSp modSp add">
        <pc:chgData name="" userId="8bcc01cd6660d2ee" providerId="LiveId" clId="{46F50B70-D4E9-4573-A2CD-9B493EB86CF9}" dt="2025-06-15T11:53:38.204" v="715" actId="208"/>
        <pc:sldMkLst>
          <pc:docMk/>
          <pc:sldMk cId="3046750317" sldId="263"/>
        </pc:sldMkLst>
        <pc:spChg chg="add mod">
          <ac:chgData name="" userId="8bcc01cd6660d2ee" providerId="LiveId" clId="{46F50B70-D4E9-4573-A2CD-9B493EB86CF9}" dt="2025-06-15T11:38:30.819" v="591" actId="115"/>
          <ac:spMkLst>
            <pc:docMk/>
            <pc:sldMk cId="3046750317" sldId="263"/>
            <ac:spMk id="2" creationId="{8E6325ED-6FE3-4665-B701-4B719CFF7AA6}"/>
          </ac:spMkLst>
        </pc:spChg>
        <pc:spChg chg="add mod">
          <ac:chgData name="" userId="8bcc01cd6660d2ee" providerId="LiveId" clId="{46F50B70-D4E9-4573-A2CD-9B493EB86CF9}" dt="2025-06-15T11:52:58.362" v="714" actId="20577"/>
          <ac:spMkLst>
            <pc:docMk/>
            <pc:sldMk cId="3046750317" sldId="263"/>
            <ac:spMk id="5" creationId="{915C9909-F88D-4980-A4B1-E07B6847E3CE}"/>
          </ac:spMkLst>
        </pc:spChg>
        <pc:spChg chg="add del mod">
          <ac:chgData name="" userId="8bcc01cd6660d2ee" providerId="LiveId" clId="{46F50B70-D4E9-4573-A2CD-9B493EB86CF9}" dt="2025-06-15T11:50:03.194" v="677"/>
          <ac:spMkLst>
            <pc:docMk/>
            <pc:sldMk cId="3046750317" sldId="263"/>
            <ac:spMk id="6" creationId="{4E192F1E-DF91-4646-8AAF-B76825D46D0B}"/>
          </ac:spMkLst>
        </pc:spChg>
        <pc:spChg chg="add del">
          <ac:chgData name="" userId="8bcc01cd6660d2ee" providerId="LiveId" clId="{46F50B70-D4E9-4573-A2CD-9B493EB86CF9}" dt="2025-06-15T11:49:36.495" v="668"/>
          <ac:spMkLst>
            <pc:docMk/>
            <pc:sldMk cId="3046750317" sldId="263"/>
            <ac:spMk id="7" creationId="{7D26B2FC-317E-4C6C-A6BD-2176EF3EEC0B}"/>
          </ac:spMkLst>
        </pc:spChg>
        <pc:picChg chg="add mod modCrop">
          <ac:chgData name="" userId="8bcc01cd6660d2ee" providerId="LiveId" clId="{46F50B70-D4E9-4573-A2CD-9B493EB86CF9}" dt="2025-06-15T11:53:38.204" v="715" actId="208"/>
          <ac:picMkLst>
            <pc:docMk/>
            <pc:sldMk cId="3046750317" sldId="263"/>
            <ac:picMk id="4" creationId="{CF8F59CB-376E-4700-A06C-E90B76356262}"/>
          </ac:picMkLst>
        </pc:picChg>
      </pc:sldChg>
      <pc:sldChg chg="addSp delSp modSp add">
        <pc:chgData name="" userId="8bcc01cd6660d2ee" providerId="LiveId" clId="{46F50B70-D4E9-4573-A2CD-9B493EB86CF9}" dt="2025-06-15T12:25:14.718" v="792" actId="14734"/>
        <pc:sldMkLst>
          <pc:docMk/>
          <pc:sldMk cId="3687222820" sldId="264"/>
        </pc:sldMkLst>
        <pc:spChg chg="add mod">
          <ac:chgData name="" userId="8bcc01cd6660d2ee" providerId="LiveId" clId="{46F50B70-D4E9-4573-A2CD-9B493EB86CF9}" dt="2025-06-15T11:59:31.981" v="749" actId="20577"/>
          <ac:spMkLst>
            <pc:docMk/>
            <pc:sldMk cId="3687222820" sldId="264"/>
            <ac:spMk id="2" creationId="{F714DD19-B3DA-4685-8F31-0F9D577C5604}"/>
          </ac:spMkLst>
        </pc:spChg>
        <pc:spChg chg="add mod">
          <ac:chgData name="" userId="8bcc01cd6660d2ee" providerId="LiveId" clId="{46F50B70-D4E9-4573-A2CD-9B493EB86CF9}" dt="2025-06-15T12:20:54.161" v="758" actId="108"/>
          <ac:spMkLst>
            <pc:docMk/>
            <pc:sldMk cId="3687222820" sldId="264"/>
            <ac:spMk id="5" creationId="{71018B5A-3190-4A30-80CF-D12C2CA95B11}"/>
          </ac:spMkLst>
        </pc:spChg>
        <pc:graphicFrameChg chg="add mod modGraphic">
          <ac:chgData name="" userId="8bcc01cd6660d2ee" providerId="LiveId" clId="{46F50B70-D4E9-4573-A2CD-9B493EB86CF9}" dt="2025-06-15T12:25:14.718" v="792" actId="14734"/>
          <ac:graphicFrameMkLst>
            <pc:docMk/>
            <pc:sldMk cId="3687222820" sldId="264"/>
            <ac:graphicFrameMk id="4" creationId="{39E33953-F66B-428E-81AB-953F2A9ADD50}"/>
          </ac:graphicFrameMkLst>
        </pc:graphicFrameChg>
        <pc:picChg chg="add del mod">
          <ac:chgData name="" userId="8bcc01cd6660d2ee" providerId="LiveId" clId="{46F50B70-D4E9-4573-A2CD-9B493EB86CF9}" dt="2025-06-15T12:20:10.360" v="754" actId="478"/>
          <ac:picMkLst>
            <pc:docMk/>
            <pc:sldMk cId="3687222820" sldId="264"/>
            <ac:picMk id="3" creationId="{A2D52F90-E8A2-4C4B-8FC0-B69300494265}"/>
          </ac:picMkLst>
        </pc:picChg>
      </pc:sldChg>
      <pc:sldChg chg="addSp modSp add">
        <pc:chgData name="" userId="8bcc01cd6660d2ee" providerId="LiveId" clId="{46F50B70-D4E9-4573-A2CD-9B493EB86CF9}" dt="2025-06-15T12:56:02.179" v="905" actId="207"/>
        <pc:sldMkLst>
          <pc:docMk/>
          <pc:sldMk cId="1621559616" sldId="265"/>
        </pc:sldMkLst>
        <pc:spChg chg="add mod">
          <ac:chgData name="" userId="8bcc01cd6660d2ee" providerId="LiveId" clId="{46F50B70-D4E9-4573-A2CD-9B493EB86CF9}" dt="2025-06-15T12:30:50.548" v="853" actId="115"/>
          <ac:spMkLst>
            <pc:docMk/>
            <pc:sldMk cId="1621559616" sldId="265"/>
            <ac:spMk id="2" creationId="{665E095A-7215-4702-BA4D-93B4B1043B48}"/>
          </ac:spMkLst>
        </pc:spChg>
        <pc:spChg chg="add mod">
          <ac:chgData name="" userId="8bcc01cd6660d2ee" providerId="LiveId" clId="{46F50B70-D4E9-4573-A2CD-9B493EB86CF9}" dt="2025-06-15T12:56:02.179" v="905" actId="207"/>
          <ac:spMkLst>
            <pc:docMk/>
            <pc:sldMk cId="1621559616" sldId="265"/>
            <ac:spMk id="3" creationId="{6C284F3C-8771-41B4-9097-108620CA5137}"/>
          </ac:spMkLst>
        </pc:spChg>
      </pc:sldChg>
      <pc:sldChg chg="addSp delSp modSp add">
        <pc:chgData name="" userId="8bcc01cd6660d2ee" providerId="LiveId" clId="{46F50B70-D4E9-4573-A2CD-9B493EB86CF9}" dt="2025-06-15T16:29:01.473" v="1232" actId="115"/>
        <pc:sldMkLst>
          <pc:docMk/>
          <pc:sldMk cId="4052009422" sldId="266"/>
        </pc:sldMkLst>
        <pc:spChg chg="add mod">
          <ac:chgData name="" userId="8bcc01cd6660d2ee" providerId="LiveId" clId="{46F50B70-D4E9-4573-A2CD-9B493EB86CF9}" dt="2025-06-15T16:09:38.046" v="1109" actId="1076"/>
          <ac:spMkLst>
            <pc:docMk/>
            <pc:sldMk cId="4052009422" sldId="266"/>
            <ac:spMk id="2" creationId="{9112FC86-1E84-46A6-AE86-8B3508AEFE5C}"/>
          </ac:spMkLst>
        </pc:spChg>
        <pc:spChg chg="add mod">
          <ac:chgData name="" userId="8bcc01cd6660d2ee" providerId="LiveId" clId="{46F50B70-D4E9-4573-A2CD-9B493EB86CF9}" dt="2025-06-15T16:09:36.965" v="1108" actId="1076"/>
          <ac:spMkLst>
            <pc:docMk/>
            <pc:sldMk cId="4052009422" sldId="266"/>
            <ac:spMk id="3" creationId="{A790B1C7-31B4-4DE2-A795-7A94B474C67C}"/>
          </ac:spMkLst>
        </pc:spChg>
        <pc:spChg chg="add mod">
          <ac:chgData name="" userId="8bcc01cd6660d2ee" providerId="LiveId" clId="{46F50B70-D4E9-4573-A2CD-9B493EB86CF9}" dt="2025-06-15T16:29:01.473" v="1232" actId="115"/>
          <ac:spMkLst>
            <pc:docMk/>
            <pc:sldMk cId="4052009422" sldId="266"/>
            <ac:spMk id="6" creationId="{F65450E2-4DCB-4771-ABCB-DC2BAAFAEBCB}"/>
          </ac:spMkLst>
        </pc:spChg>
        <pc:spChg chg="add mod">
          <ac:chgData name="" userId="8bcc01cd6660d2ee" providerId="LiveId" clId="{46F50B70-D4E9-4573-A2CD-9B493EB86CF9}" dt="2025-06-15T16:28:58.001" v="1231" actId="115"/>
          <ac:spMkLst>
            <pc:docMk/>
            <pc:sldMk cId="4052009422" sldId="266"/>
            <ac:spMk id="8" creationId="{6184F560-6092-4E0D-AEAA-BA6F9B88E848}"/>
          </ac:spMkLst>
        </pc:spChg>
        <pc:picChg chg="add mod">
          <ac:chgData name="" userId="8bcc01cd6660d2ee" providerId="LiveId" clId="{46F50B70-D4E9-4573-A2CD-9B493EB86CF9}" dt="2025-06-15T16:14:31.234" v="1152" actId="1076"/>
          <ac:picMkLst>
            <pc:docMk/>
            <pc:sldMk cId="4052009422" sldId="266"/>
            <ac:picMk id="4" creationId="{9A044CC1-5EA3-47E7-ABC7-90D4739972BA}"/>
          </ac:picMkLst>
        </pc:picChg>
        <pc:picChg chg="add del">
          <ac:chgData name="" userId="8bcc01cd6660d2ee" providerId="LiveId" clId="{46F50B70-D4E9-4573-A2CD-9B493EB86CF9}" dt="2025-06-15T13:11:12.488" v="1021"/>
          <ac:picMkLst>
            <pc:docMk/>
            <pc:sldMk cId="4052009422" sldId="266"/>
            <ac:picMk id="5" creationId="{CE95FE43-45F4-4DC2-8382-4226F816DF5E}"/>
          </ac:picMkLst>
        </pc:picChg>
        <pc:picChg chg="add mod">
          <ac:chgData name="" userId="8bcc01cd6660d2ee" providerId="LiveId" clId="{46F50B70-D4E9-4573-A2CD-9B493EB86CF9}" dt="2025-06-15T16:14:49.208" v="1154" actId="1076"/>
          <ac:picMkLst>
            <pc:docMk/>
            <pc:sldMk cId="4052009422" sldId="266"/>
            <ac:picMk id="7" creationId="{49BD4BD9-24DB-481B-9FF5-C5800CC9ABB9}"/>
          </ac:picMkLst>
        </pc:picChg>
      </pc:sldChg>
      <pc:sldChg chg="addSp delSp modSp add">
        <pc:chgData name="" userId="8bcc01cd6660d2ee" providerId="LiveId" clId="{46F50B70-D4E9-4573-A2CD-9B493EB86CF9}" dt="2025-06-15T16:29:14.830" v="1236" actId="115"/>
        <pc:sldMkLst>
          <pc:docMk/>
          <pc:sldMk cId="2359801963" sldId="267"/>
        </pc:sldMkLst>
        <pc:spChg chg="add mod">
          <ac:chgData name="" userId="8bcc01cd6660d2ee" providerId="LiveId" clId="{46F50B70-D4E9-4573-A2CD-9B493EB86CF9}" dt="2025-06-15T16:13:20.453" v="1134" actId="1076"/>
          <ac:spMkLst>
            <pc:docMk/>
            <pc:sldMk cId="2359801963" sldId="267"/>
            <ac:spMk id="2" creationId="{9D8DA687-E705-486D-9216-C03ACB6F734D}"/>
          </ac:spMkLst>
        </pc:spChg>
        <pc:spChg chg="add mod">
          <ac:chgData name="" userId="8bcc01cd6660d2ee" providerId="LiveId" clId="{46F50B70-D4E9-4573-A2CD-9B493EB86CF9}" dt="2025-06-15T16:29:10.855" v="1235" actId="115"/>
          <ac:spMkLst>
            <pc:docMk/>
            <pc:sldMk cId="2359801963" sldId="267"/>
            <ac:spMk id="3" creationId="{8932D88D-0DF1-46A4-98DC-572EB8B96553}"/>
          </ac:spMkLst>
        </pc:spChg>
        <pc:spChg chg="add mod">
          <ac:chgData name="" userId="8bcc01cd6660d2ee" providerId="LiveId" clId="{46F50B70-D4E9-4573-A2CD-9B493EB86CF9}" dt="2025-06-15T16:29:14.830" v="1236" actId="115"/>
          <ac:spMkLst>
            <pc:docMk/>
            <pc:sldMk cId="2359801963" sldId="267"/>
            <ac:spMk id="4" creationId="{7AF9AB10-A30E-4757-8F4A-F8983268C805}"/>
          </ac:spMkLst>
        </pc:spChg>
        <pc:picChg chg="add mod">
          <ac:chgData name="" userId="8bcc01cd6660d2ee" providerId="LiveId" clId="{46F50B70-D4E9-4573-A2CD-9B493EB86CF9}" dt="2025-06-15T16:25:24.679" v="1210" actId="1076"/>
          <ac:picMkLst>
            <pc:docMk/>
            <pc:sldMk cId="2359801963" sldId="267"/>
            <ac:picMk id="5" creationId="{0EB90543-849A-4ABF-A9EB-9A97EFBD16EB}"/>
          </ac:picMkLst>
        </pc:picChg>
        <pc:picChg chg="add mod modCrop">
          <ac:chgData name="" userId="8bcc01cd6660d2ee" providerId="LiveId" clId="{46F50B70-D4E9-4573-A2CD-9B493EB86CF9}" dt="2025-06-15T16:28:39.319" v="1230" actId="1076"/>
          <ac:picMkLst>
            <pc:docMk/>
            <pc:sldMk cId="2359801963" sldId="267"/>
            <ac:picMk id="6" creationId="{4E045948-C33C-4294-A1CE-6420A9376DF1}"/>
          </ac:picMkLst>
        </pc:picChg>
        <pc:cxnChg chg="add del mod">
          <ac:chgData name="" userId="8bcc01cd6660d2ee" providerId="LiveId" clId="{46F50B70-D4E9-4573-A2CD-9B493EB86CF9}" dt="2025-06-15T16:28:27.224" v="1229" actId="14100"/>
          <ac:cxnSpMkLst>
            <pc:docMk/>
            <pc:sldMk cId="2359801963" sldId="267"/>
            <ac:cxnSpMk id="8" creationId="{BEEF7EA5-F8BF-4D1D-832B-60435A4EBBDB}"/>
          </ac:cxnSpMkLst>
        </pc:cxnChg>
      </pc:sldChg>
      <pc:sldChg chg="addSp delSp modSp add">
        <pc:chgData name="" userId="8bcc01cd6660d2ee" providerId="LiveId" clId="{46F50B70-D4E9-4573-A2CD-9B493EB86CF9}" dt="2025-06-15T16:34:39.700" v="1264" actId="1582"/>
        <pc:sldMkLst>
          <pc:docMk/>
          <pc:sldMk cId="2602154661" sldId="269"/>
        </pc:sldMkLst>
        <pc:spChg chg="mod">
          <ac:chgData name="" userId="8bcc01cd6660d2ee" providerId="LiveId" clId="{46F50B70-D4E9-4573-A2CD-9B493EB86CF9}" dt="2025-06-15T16:30:25.091" v="1244" actId="20577"/>
          <ac:spMkLst>
            <pc:docMk/>
            <pc:sldMk cId="2602154661" sldId="269"/>
            <ac:spMk id="2" creationId="{9D8DA687-E705-486D-9216-C03ACB6F734D}"/>
          </ac:spMkLst>
        </pc:spChg>
        <pc:spChg chg="mod">
          <ac:chgData name="" userId="8bcc01cd6660d2ee" providerId="LiveId" clId="{46F50B70-D4E9-4573-A2CD-9B493EB86CF9}" dt="2025-06-15T16:33:42.610" v="1257" actId="1076"/>
          <ac:spMkLst>
            <pc:docMk/>
            <pc:sldMk cId="2602154661" sldId="269"/>
            <ac:spMk id="4" creationId="{7AF9AB10-A30E-4757-8F4A-F8983268C805}"/>
          </ac:spMkLst>
        </pc:spChg>
        <pc:picChg chg="del">
          <ac:chgData name="" userId="8bcc01cd6660d2ee" providerId="LiveId" clId="{46F50B70-D4E9-4573-A2CD-9B493EB86CF9}" dt="2025-06-15T16:30:35.725" v="1245" actId="478"/>
          <ac:picMkLst>
            <pc:docMk/>
            <pc:sldMk cId="2602154661" sldId="269"/>
            <ac:picMk id="5" creationId="{0EB90543-849A-4ABF-A9EB-9A97EFBD16EB}"/>
          </ac:picMkLst>
        </pc:picChg>
        <pc:picChg chg="del">
          <ac:chgData name="" userId="8bcc01cd6660d2ee" providerId="LiveId" clId="{46F50B70-D4E9-4573-A2CD-9B493EB86CF9}" dt="2025-06-15T16:32:11.495" v="1252" actId="478"/>
          <ac:picMkLst>
            <pc:docMk/>
            <pc:sldMk cId="2602154661" sldId="269"/>
            <ac:picMk id="6" creationId="{4E045948-C33C-4294-A1CE-6420A9376DF1}"/>
          </ac:picMkLst>
        </pc:picChg>
        <pc:picChg chg="add mod">
          <ac:chgData name="" userId="8bcc01cd6660d2ee" providerId="LiveId" clId="{46F50B70-D4E9-4573-A2CD-9B493EB86CF9}" dt="2025-06-15T16:31:41.633" v="1250" actId="1076"/>
          <ac:picMkLst>
            <pc:docMk/>
            <pc:sldMk cId="2602154661" sldId="269"/>
            <ac:picMk id="7" creationId="{EF28DAEB-80DF-4B92-90EE-D710B68E243A}"/>
          </ac:picMkLst>
        </pc:picChg>
        <pc:picChg chg="add mod modCrop">
          <ac:chgData name="" userId="8bcc01cd6660d2ee" providerId="LiveId" clId="{46F50B70-D4E9-4573-A2CD-9B493EB86CF9}" dt="2025-06-15T16:34:39.700" v="1264" actId="1582"/>
          <ac:picMkLst>
            <pc:docMk/>
            <pc:sldMk cId="2602154661" sldId="269"/>
            <ac:picMk id="9" creationId="{B863FAA5-D3AD-43B9-A100-535EE2CF215D}"/>
          </ac:picMkLst>
        </pc:picChg>
        <pc:cxnChg chg="mod">
          <ac:chgData name="" userId="8bcc01cd6660d2ee" providerId="LiveId" clId="{46F50B70-D4E9-4573-A2CD-9B493EB86CF9}" dt="2025-06-15T16:31:50.451" v="1251" actId="1076"/>
          <ac:cxnSpMkLst>
            <pc:docMk/>
            <pc:sldMk cId="2602154661" sldId="269"/>
            <ac:cxnSpMk id="8" creationId="{BEEF7EA5-F8BF-4D1D-832B-60435A4EBBDB}"/>
          </ac:cxnSpMkLst>
        </pc:cxnChg>
      </pc:sldChg>
      <pc:sldChg chg="addSp delSp modSp add">
        <pc:chgData name="" userId="8bcc01cd6660d2ee" providerId="LiveId" clId="{46F50B70-D4E9-4573-A2CD-9B493EB86CF9}" dt="2025-06-15T16:39:36.256" v="1289" actId="1076"/>
        <pc:sldMkLst>
          <pc:docMk/>
          <pc:sldMk cId="2343545455" sldId="271"/>
        </pc:sldMkLst>
        <pc:spChg chg="mod">
          <ac:chgData name="" userId="8bcc01cd6660d2ee" providerId="LiveId" clId="{46F50B70-D4E9-4573-A2CD-9B493EB86CF9}" dt="2025-06-15T16:39:36.256" v="1289" actId="1076"/>
          <ac:spMkLst>
            <pc:docMk/>
            <pc:sldMk cId="2343545455" sldId="271"/>
            <ac:spMk id="2" creationId="{9D8DA687-E705-486D-9216-C03ACB6F734D}"/>
          </ac:spMkLst>
        </pc:spChg>
        <pc:spChg chg="mod">
          <ac:chgData name="" userId="8bcc01cd6660d2ee" providerId="LiveId" clId="{46F50B70-D4E9-4573-A2CD-9B493EB86CF9}" dt="2025-06-15T16:37:09.894" v="1280" actId="1076"/>
          <ac:spMkLst>
            <pc:docMk/>
            <pc:sldMk cId="2343545455" sldId="271"/>
            <ac:spMk id="3" creationId="{8932D88D-0DF1-46A4-98DC-572EB8B96553}"/>
          </ac:spMkLst>
        </pc:spChg>
        <pc:spChg chg="mod">
          <ac:chgData name="" userId="8bcc01cd6660d2ee" providerId="LiveId" clId="{46F50B70-D4E9-4573-A2CD-9B493EB86CF9}" dt="2025-06-15T16:37:31.819" v="1282" actId="1076"/>
          <ac:spMkLst>
            <pc:docMk/>
            <pc:sldMk cId="2343545455" sldId="271"/>
            <ac:spMk id="4" creationId="{7AF9AB10-A30E-4757-8F4A-F8983268C805}"/>
          </ac:spMkLst>
        </pc:spChg>
        <pc:picChg chg="add mod">
          <ac:chgData name="" userId="8bcc01cd6660d2ee" providerId="LiveId" clId="{46F50B70-D4E9-4573-A2CD-9B493EB86CF9}" dt="2025-06-15T16:37:24.590" v="1281" actId="1076"/>
          <ac:picMkLst>
            <pc:docMk/>
            <pc:sldMk cId="2343545455" sldId="271"/>
            <ac:picMk id="5" creationId="{37B91F2F-DFF6-45EB-9471-9C92796782C5}"/>
          </ac:picMkLst>
        </pc:picChg>
        <pc:picChg chg="add mod">
          <ac:chgData name="" userId="8bcc01cd6660d2ee" providerId="LiveId" clId="{46F50B70-D4E9-4573-A2CD-9B493EB86CF9}" dt="2025-06-15T16:38:54.075" v="1287" actId="1582"/>
          <ac:picMkLst>
            <pc:docMk/>
            <pc:sldMk cId="2343545455" sldId="271"/>
            <ac:picMk id="6" creationId="{395C8F38-C095-4653-BD47-485B08F66E0A}"/>
          </ac:picMkLst>
        </pc:picChg>
        <pc:picChg chg="del">
          <ac:chgData name="" userId="8bcc01cd6660d2ee" providerId="LiveId" clId="{46F50B70-D4E9-4573-A2CD-9B493EB86CF9}" dt="2025-06-15T16:35:56.091" v="1272" actId="478"/>
          <ac:picMkLst>
            <pc:docMk/>
            <pc:sldMk cId="2343545455" sldId="271"/>
            <ac:picMk id="7" creationId="{EF28DAEB-80DF-4B92-90EE-D710B68E243A}"/>
          </ac:picMkLst>
        </pc:picChg>
        <pc:picChg chg="del">
          <ac:chgData name="" userId="8bcc01cd6660d2ee" providerId="LiveId" clId="{46F50B70-D4E9-4573-A2CD-9B493EB86CF9}" dt="2025-06-15T16:35:57.932" v="1273" actId="478"/>
          <ac:picMkLst>
            <pc:docMk/>
            <pc:sldMk cId="2343545455" sldId="271"/>
            <ac:picMk id="9" creationId="{B863FAA5-D3AD-43B9-A100-535EE2CF215D}"/>
          </ac:picMkLst>
        </pc:picChg>
        <pc:cxnChg chg="del">
          <ac:chgData name="" userId="8bcc01cd6660d2ee" providerId="LiveId" clId="{46F50B70-D4E9-4573-A2CD-9B493EB86CF9}" dt="2025-06-15T16:36:51.014" v="1276" actId="478"/>
          <ac:cxnSpMkLst>
            <pc:docMk/>
            <pc:sldMk cId="2343545455" sldId="271"/>
            <ac:cxnSpMk id="8" creationId="{BEEF7EA5-F8BF-4D1D-832B-60435A4EBBDB}"/>
          </ac:cxnSpMkLst>
        </pc:cxnChg>
      </pc:sldChg>
      <pc:sldChg chg="addSp delSp modSp add">
        <pc:chgData name="" userId="8bcc01cd6660d2ee" providerId="LiveId" clId="{46F50B70-D4E9-4573-A2CD-9B493EB86CF9}" dt="2025-06-15T16:43:35.055" v="1311" actId="1582"/>
        <pc:sldMkLst>
          <pc:docMk/>
          <pc:sldMk cId="3026347614" sldId="272"/>
        </pc:sldMkLst>
        <pc:spChg chg="mod">
          <ac:chgData name="" userId="8bcc01cd6660d2ee" providerId="LiveId" clId="{46F50B70-D4E9-4573-A2CD-9B493EB86CF9}" dt="2025-06-15T16:40:21.041" v="1293"/>
          <ac:spMkLst>
            <pc:docMk/>
            <pc:sldMk cId="3026347614" sldId="272"/>
            <ac:spMk id="2" creationId="{9D8DA687-E705-486D-9216-C03ACB6F734D}"/>
          </ac:spMkLst>
        </pc:spChg>
        <pc:picChg chg="del">
          <ac:chgData name="" userId="8bcc01cd6660d2ee" providerId="LiveId" clId="{46F50B70-D4E9-4573-A2CD-9B493EB86CF9}" dt="2025-06-15T16:41:22.029" v="1295" actId="478"/>
          <ac:picMkLst>
            <pc:docMk/>
            <pc:sldMk cId="3026347614" sldId="272"/>
            <ac:picMk id="5" creationId="{37B91F2F-DFF6-45EB-9471-9C92796782C5}"/>
          </ac:picMkLst>
        </pc:picChg>
        <pc:picChg chg="del">
          <ac:chgData name="" userId="8bcc01cd6660d2ee" providerId="LiveId" clId="{46F50B70-D4E9-4573-A2CD-9B493EB86CF9}" dt="2025-06-15T16:41:57.285" v="1301" actId="478"/>
          <ac:picMkLst>
            <pc:docMk/>
            <pc:sldMk cId="3026347614" sldId="272"/>
            <ac:picMk id="6" creationId="{395C8F38-C095-4653-BD47-485B08F66E0A}"/>
          </ac:picMkLst>
        </pc:picChg>
        <pc:picChg chg="add mod">
          <ac:chgData name="" userId="8bcc01cd6660d2ee" providerId="LiveId" clId="{46F50B70-D4E9-4573-A2CD-9B493EB86CF9}" dt="2025-06-15T16:41:54.450" v="1300" actId="1076"/>
          <ac:picMkLst>
            <pc:docMk/>
            <pc:sldMk cId="3026347614" sldId="272"/>
            <ac:picMk id="7" creationId="{6F902562-FC72-4D68-8406-34F231FB7BA9}"/>
          </ac:picMkLst>
        </pc:picChg>
        <pc:picChg chg="add mod modCrop">
          <ac:chgData name="" userId="8bcc01cd6660d2ee" providerId="LiveId" clId="{46F50B70-D4E9-4573-A2CD-9B493EB86CF9}" dt="2025-06-15T16:43:35.055" v="1311" actId="1582"/>
          <ac:picMkLst>
            <pc:docMk/>
            <pc:sldMk cId="3026347614" sldId="272"/>
            <ac:picMk id="8" creationId="{35DE93DB-D8AC-46E1-9263-18B671193444}"/>
          </ac:picMkLst>
        </pc:picChg>
      </pc:sldChg>
      <pc:sldChg chg="addSp delSp modSp add">
        <pc:chgData name="" userId="8bcc01cd6660d2ee" providerId="LiveId" clId="{46F50B70-D4E9-4573-A2CD-9B493EB86CF9}" dt="2025-06-15T17:00:58.819" v="1346" actId="14100"/>
        <pc:sldMkLst>
          <pc:docMk/>
          <pc:sldMk cId="2865908314" sldId="274"/>
        </pc:sldMkLst>
        <pc:spChg chg="mod">
          <ac:chgData name="" userId="8bcc01cd6660d2ee" providerId="LiveId" clId="{46F50B70-D4E9-4573-A2CD-9B493EB86CF9}" dt="2025-06-15T16:45:14.561" v="1325" actId="115"/>
          <ac:spMkLst>
            <pc:docMk/>
            <pc:sldMk cId="2865908314" sldId="274"/>
            <ac:spMk id="2" creationId="{9112FC86-1E84-46A6-AE86-8B3508AEFE5C}"/>
          </ac:spMkLst>
        </pc:spChg>
        <pc:spChg chg="mod">
          <ac:chgData name="" userId="8bcc01cd6660d2ee" providerId="LiveId" clId="{46F50B70-D4E9-4573-A2CD-9B493EB86CF9}" dt="2025-06-15T16:45:45.862" v="1329"/>
          <ac:spMkLst>
            <pc:docMk/>
            <pc:sldMk cId="2865908314" sldId="274"/>
            <ac:spMk id="3" creationId="{A790B1C7-31B4-4DE2-A795-7A94B474C67C}"/>
          </ac:spMkLst>
        </pc:spChg>
        <pc:picChg chg="del">
          <ac:chgData name="" userId="8bcc01cd6660d2ee" providerId="LiveId" clId="{46F50B70-D4E9-4573-A2CD-9B493EB86CF9}" dt="2025-06-15T16:45:53.731" v="1330" actId="478"/>
          <ac:picMkLst>
            <pc:docMk/>
            <pc:sldMk cId="2865908314" sldId="274"/>
            <ac:picMk id="4" creationId="{9A044CC1-5EA3-47E7-ABC7-90D4739972BA}"/>
          </ac:picMkLst>
        </pc:picChg>
        <pc:picChg chg="add mod">
          <ac:chgData name="" userId="8bcc01cd6660d2ee" providerId="LiveId" clId="{46F50B70-D4E9-4573-A2CD-9B493EB86CF9}" dt="2025-06-15T17:00:58.819" v="1346" actId="14100"/>
          <ac:picMkLst>
            <pc:docMk/>
            <pc:sldMk cId="2865908314" sldId="274"/>
            <ac:picMk id="5" creationId="{A87714D0-B63B-4179-8549-15810C98C2FB}"/>
          </ac:picMkLst>
        </pc:picChg>
        <pc:picChg chg="del">
          <ac:chgData name="" userId="8bcc01cd6660d2ee" providerId="LiveId" clId="{46F50B70-D4E9-4573-A2CD-9B493EB86CF9}" dt="2025-06-15T16:45:55.312" v="1331" actId="478"/>
          <ac:picMkLst>
            <pc:docMk/>
            <pc:sldMk cId="2865908314" sldId="274"/>
            <ac:picMk id="7" creationId="{49BD4BD9-24DB-481B-9FF5-C5800CC9ABB9}"/>
          </ac:picMkLst>
        </pc:picChg>
        <pc:picChg chg="add mod modCrop">
          <ac:chgData name="" userId="8bcc01cd6660d2ee" providerId="LiveId" clId="{46F50B70-D4E9-4573-A2CD-9B493EB86CF9}" dt="2025-06-15T17:00:52.262" v="1345" actId="1076"/>
          <ac:picMkLst>
            <pc:docMk/>
            <pc:sldMk cId="2865908314" sldId="274"/>
            <ac:picMk id="9" creationId="{80D2AB2D-385E-49B3-BC79-1842C3CE8C9A}"/>
          </ac:picMkLst>
        </pc:picChg>
      </pc:sldChg>
      <pc:sldChg chg="addSp delSp modSp add">
        <pc:chgData name="" userId="8bcc01cd6660d2ee" providerId="LiveId" clId="{46F50B70-D4E9-4573-A2CD-9B493EB86CF9}" dt="2025-06-15T17:08:13.057" v="1372" actId="14100"/>
        <pc:sldMkLst>
          <pc:docMk/>
          <pc:sldMk cId="2863579085" sldId="275"/>
        </pc:sldMkLst>
        <pc:spChg chg="mod">
          <ac:chgData name="" userId="8bcc01cd6660d2ee" providerId="LiveId" clId="{46F50B70-D4E9-4573-A2CD-9B493EB86CF9}" dt="2025-06-15T17:01:38.134" v="1352"/>
          <ac:spMkLst>
            <pc:docMk/>
            <pc:sldMk cId="2863579085" sldId="275"/>
            <ac:spMk id="2" creationId="{9D8DA687-E705-486D-9216-C03ACB6F734D}"/>
          </ac:spMkLst>
        </pc:spChg>
        <pc:spChg chg="mod">
          <ac:chgData name="" userId="8bcc01cd6660d2ee" providerId="LiveId" clId="{46F50B70-D4E9-4573-A2CD-9B493EB86CF9}" dt="2025-06-15T17:04:53.739" v="1357" actId="1076"/>
          <ac:spMkLst>
            <pc:docMk/>
            <pc:sldMk cId="2863579085" sldId="275"/>
            <ac:spMk id="3" creationId="{8932D88D-0DF1-46A4-98DC-572EB8B96553}"/>
          </ac:spMkLst>
        </pc:spChg>
        <pc:picChg chg="add mod">
          <ac:chgData name="" userId="8bcc01cd6660d2ee" providerId="LiveId" clId="{46F50B70-D4E9-4573-A2CD-9B493EB86CF9}" dt="2025-06-15T17:08:13.057" v="1372" actId="14100"/>
          <ac:picMkLst>
            <pc:docMk/>
            <pc:sldMk cId="2863579085" sldId="275"/>
            <ac:picMk id="5" creationId="{B71F4852-5610-4CE4-965A-901A347E9E5D}"/>
          </ac:picMkLst>
        </pc:picChg>
        <pc:picChg chg="add mod modCrop">
          <ac:chgData name="" userId="8bcc01cd6660d2ee" providerId="LiveId" clId="{46F50B70-D4E9-4573-A2CD-9B493EB86CF9}" dt="2025-06-15T17:07:27.092" v="1370" actId="1582"/>
          <ac:picMkLst>
            <pc:docMk/>
            <pc:sldMk cId="2863579085" sldId="275"/>
            <ac:picMk id="6" creationId="{23203233-2135-4D57-87C5-651A4FB47E4A}"/>
          </ac:picMkLst>
        </pc:picChg>
        <pc:picChg chg="del">
          <ac:chgData name="" userId="8bcc01cd6660d2ee" providerId="LiveId" clId="{46F50B70-D4E9-4573-A2CD-9B493EB86CF9}" dt="2025-06-15T17:04:40.950" v="1354" actId="478"/>
          <ac:picMkLst>
            <pc:docMk/>
            <pc:sldMk cId="2863579085" sldId="275"/>
            <ac:picMk id="7" creationId="{6F902562-FC72-4D68-8406-34F231FB7BA9}"/>
          </ac:picMkLst>
        </pc:picChg>
        <pc:picChg chg="del">
          <ac:chgData name="" userId="8bcc01cd6660d2ee" providerId="LiveId" clId="{46F50B70-D4E9-4573-A2CD-9B493EB86CF9}" dt="2025-06-15T17:05:31.103" v="1361" actId="478"/>
          <ac:picMkLst>
            <pc:docMk/>
            <pc:sldMk cId="2863579085" sldId="275"/>
            <ac:picMk id="8" creationId="{35DE93DB-D8AC-46E1-9263-18B671193444}"/>
          </ac:picMkLst>
        </pc:picChg>
      </pc:sldChg>
      <pc:sldChg chg="addSp delSp modSp add">
        <pc:chgData name="" userId="8bcc01cd6660d2ee" providerId="LiveId" clId="{46F50B70-D4E9-4573-A2CD-9B493EB86CF9}" dt="2025-06-15T17:23:40.359" v="1402"/>
        <pc:sldMkLst>
          <pc:docMk/>
          <pc:sldMk cId="2741274109" sldId="277"/>
        </pc:sldMkLst>
        <pc:spChg chg="mod">
          <ac:chgData name="" userId="8bcc01cd6660d2ee" providerId="LiveId" clId="{46F50B70-D4E9-4573-A2CD-9B493EB86CF9}" dt="2025-06-15T17:23:40.359" v="1402"/>
          <ac:spMkLst>
            <pc:docMk/>
            <pc:sldMk cId="2741274109" sldId="277"/>
            <ac:spMk id="2" creationId="{9D8DA687-E705-486D-9216-C03ACB6F734D}"/>
          </ac:spMkLst>
        </pc:spChg>
        <pc:spChg chg="mod">
          <ac:chgData name="" userId="8bcc01cd6660d2ee" providerId="LiveId" clId="{46F50B70-D4E9-4573-A2CD-9B493EB86CF9}" dt="2025-06-15T17:18:48.027" v="1398" actId="1076"/>
          <ac:spMkLst>
            <pc:docMk/>
            <pc:sldMk cId="2741274109" sldId="277"/>
            <ac:spMk id="3" creationId="{8932D88D-0DF1-46A4-98DC-572EB8B96553}"/>
          </ac:spMkLst>
        </pc:spChg>
        <pc:spChg chg="mod">
          <ac:chgData name="" userId="8bcc01cd6660d2ee" providerId="LiveId" clId="{46F50B70-D4E9-4573-A2CD-9B493EB86CF9}" dt="2025-06-15T17:16:56.299" v="1390" actId="1076"/>
          <ac:spMkLst>
            <pc:docMk/>
            <pc:sldMk cId="2741274109" sldId="277"/>
            <ac:spMk id="4" creationId="{7AF9AB10-A30E-4757-8F4A-F8983268C805}"/>
          </ac:spMkLst>
        </pc:spChg>
        <pc:picChg chg="del">
          <ac:chgData name="" userId="8bcc01cd6660d2ee" providerId="LiveId" clId="{46F50B70-D4E9-4573-A2CD-9B493EB86CF9}" dt="2025-06-15T17:09:46.769" v="1379" actId="478"/>
          <ac:picMkLst>
            <pc:docMk/>
            <pc:sldMk cId="2741274109" sldId="277"/>
            <ac:picMk id="5" creationId="{B71F4852-5610-4CE4-965A-901A347E9E5D}"/>
          </ac:picMkLst>
        </pc:picChg>
        <pc:picChg chg="del">
          <ac:chgData name="" userId="8bcc01cd6660d2ee" providerId="LiveId" clId="{46F50B70-D4E9-4573-A2CD-9B493EB86CF9}" dt="2025-06-15T17:09:48.183" v="1380" actId="478"/>
          <ac:picMkLst>
            <pc:docMk/>
            <pc:sldMk cId="2741274109" sldId="277"/>
            <ac:picMk id="6" creationId="{23203233-2135-4D57-87C5-651A4FB47E4A}"/>
          </ac:picMkLst>
        </pc:picChg>
        <pc:picChg chg="add mod">
          <ac:chgData name="" userId="8bcc01cd6660d2ee" providerId="LiveId" clId="{46F50B70-D4E9-4573-A2CD-9B493EB86CF9}" dt="2025-06-15T17:18:35.258" v="1396" actId="1076"/>
          <ac:picMkLst>
            <pc:docMk/>
            <pc:sldMk cId="2741274109" sldId="277"/>
            <ac:picMk id="7" creationId="{EB345E55-6190-4EDC-8534-443FE0AD841F}"/>
          </ac:picMkLst>
        </pc:picChg>
        <pc:picChg chg="add mod">
          <ac:chgData name="" userId="8bcc01cd6660d2ee" providerId="LiveId" clId="{46F50B70-D4E9-4573-A2CD-9B493EB86CF9}" dt="2025-06-15T17:17:59.914" v="1395" actId="1582"/>
          <ac:picMkLst>
            <pc:docMk/>
            <pc:sldMk cId="2741274109" sldId="277"/>
            <ac:picMk id="8" creationId="{2E525A48-6B58-4E5A-8257-4D2B3CC413D9}"/>
          </ac:picMkLst>
        </pc:picChg>
      </pc:sldChg>
      <pc:sldChg chg="addSp delSp modSp add">
        <pc:chgData name="" userId="8bcc01cd6660d2ee" providerId="LiveId" clId="{46F50B70-D4E9-4573-A2CD-9B493EB86CF9}" dt="2025-06-15T17:45:12.222" v="1421" actId="1076"/>
        <pc:sldMkLst>
          <pc:docMk/>
          <pc:sldMk cId="30933707" sldId="278"/>
        </pc:sldMkLst>
        <pc:spChg chg="mod">
          <ac:chgData name="" userId="8bcc01cd6660d2ee" providerId="LiveId" clId="{46F50B70-D4E9-4573-A2CD-9B493EB86CF9}" dt="2025-06-15T17:23:54.266" v="1403"/>
          <ac:spMkLst>
            <pc:docMk/>
            <pc:sldMk cId="30933707" sldId="278"/>
            <ac:spMk id="2" creationId="{9D8DA687-E705-486D-9216-C03ACB6F734D}"/>
          </ac:spMkLst>
        </pc:spChg>
        <pc:spChg chg="mod">
          <ac:chgData name="" userId="8bcc01cd6660d2ee" providerId="LiveId" clId="{46F50B70-D4E9-4573-A2CD-9B493EB86CF9}" dt="2025-06-15T17:41:59.921" v="1413" actId="1076"/>
          <ac:spMkLst>
            <pc:docMk/>
            <pc:sldMk cId="30933707" sldId="278"/>
            <ac:spMk id="3" creationId="{8932D88D-0DF1-46A4-98DC-572EB8B96553}"/>
          </ac:spMkLst>
        </pc:spChg>
        <pc:spChg chg="mod">
          <ac:chgData name="" userId="8bcc01cd6660d2ee" providerId="LiveId" clId="{46F50B70-D4E9-4573-A2CD-9B493EB86CF9}" dt="2025-06-15T17:41:39.305" v="1408" actId="1076"/>
          <ac:spMkLst>
            <pc:docMk/>
            <pc:sldMk cId="30933707" sldId="278"/>
            <ac:spMk id="4" creationId="{7AF9AB10-A30E-4757-8F4A-F8983268C805}"/>
          </ac:spMkLst>
        </pc:spChg>
        <pc:picChg chg="add mod">
          <ac:chgData name="" userId="8bcc01cd6660d2ee" providerId="LiveId" clId="{46F50B70-D4E9-4573-A2CD-9B493EB86CF9}" dt="2025-06-15T17:41:52.724" v="1412" actId="14100"/>
          <ac:picMkLst>
            <pc:docMk/>
            <pc:sldMk cId="30933707" sldId="278"/>
            <ac:picMk id="5" creationId="{C0C2A2F0-3BDE-444A-9350-27E705F322CC}"/>
          </ac:picMkLst>
        </pc:picChg>
        <pc:picChg chg="add mod modCrop">
          <ac:chgData name="" userId="8bcc01cd6660d2ee" providerId="LiveId" clId="{46F50B70-D4E9-4573-A2CD-9B493EB86CF9}" dt="2025-06-15T17:44:46.217" v="1419" actId="1582"/>
          <ac:picMkLst>
            <pc:docMk/>
            <pc:sldMk cId="30933707" sldId="278"/>
            <ac:picMk id="6" creationId="{9D694DDF-5B21-4451-92D6-861AB7A150E0}"/>
          </ac:picMkLst>
        </pc:picChg>
        <pc:picChg chg="del">
          <ac:chgData name="" userId="8bcc01cd6660d2ee" providerId="LiveId" clId="{46F50B70-D4E9-4573-A2CD-9B493EB86CF9}" dt="2025-06-15T17:25:05.664" v="1404" actId="478"/>
          <ac:picMkLst>
            <pc:docMk/>
            <pc:sldMk cId="30933707" sldId="278"/>
            <ac:picMk id="7" creationId="{EB345E55-6190-4EDC-8534-443FE0AD841F}"/>
          </ac:picMkLst>
        </pc:picChg>
        <pc:picChg chg="del">
          <ac:chgData name="" userId="8bcc01cd6660d2ee" providerId="LiveId" clId="{46F50B70-D4E9-4573-A2CD-9B493EB86CF9}" dt="2025-06-15T17:25:07.426" v="1405" actId="478"/>
          <ac:picMkLst>
            <pc:docMk/>
            <pc:sldMk cId="30933707" sldId="278"/>
            <ac:picMk id="8" creationId="{2E525A48-6B58-4E5A-8257-4D2B3CC413D9}"/>
          </ac:picMkLst>
        </pc:picChg>
        <pc:cxnChg chg="add mod">
          <ac:chgData name="" userId="8bcc01cd6660d2ee" providerId="LiveId" clId="{46F50B70-D4E9-4573-A2CD-9B493EB86CF9}" dt="2025-06-15T17:45:12.222" v="1421" actId="1076"/>
          <ac:cxnSpMkLst>
            <pc:docMk/>
            <pc:sldMk cId="30933707" sldId="278"/>
            <ac:cxnSpMk id="9" creationId="{B467DF1C-B5B5-4E07-B86D-9A6055F936EF}"/>
          </ac:cxnSpMkLst>
        </pc:cxnChg>
      </pc:sldChg>
      <pc:sldChg chg="addSp delSp modSp add">
        <pc:chgData name="" userId="8bcc01cd6660d2ee" providerId="LiveId" clId="{46F50B70-D4E9-4573-A2CD-9B493EB86CF9}" dt="2025-06-15T17:54:01.958" v="1447" actId="732"/>
        <pc:sldMkLst>
          <pc:docMk/>
          <pc:sldMk cId="1272787955" sldId="279"/>
        </pc:sldMkLst>
        <pc:spChg chg="mod">
          <ac:chgData name="" userId="8bcc01cd6660d2ee" providerId="LiveId" clId="{46F50B70-D4E9-4573-A2CD-9B493EB86CF9}" dt="2025-06-15T17:47:31.761" v="1430" actId="115"/>
          <ac:spMkLst>
            <pc:docMk/>
            <pc:sldMk cId="1272787955" sldId="279"/>
            <ac:spMk id="2" creationId="{9112FC86-1E84-46A6-AE86-8B3508AEFE5C}"/>
          </ac:spMkLst>
        </pc:spChg>
        <pc:spChg chg="mod">
          <ac:chgData name="" userId="8bcc01cd6660d2ee" providerId="LiveId" clId="{46F50B70-D4E9-4573-A2CD-9B493EB86CF9}" dt="2025-06-15T17:48:11.868" v="1433"/>
          <ac:spMkLst>
            <pc:docMk/>
            <pc:sldMk cId="1272787955" sldId="279"/>
            <ac:spMk id="3" creationId="{A790B1C7-31B4-4DE2-A795-7A94B474C67C}"/>
          </ac:spMkLst>
        </pc:spChg>
        <pc:picChg chg="add mod">
          <ac:chgData name="" userId="8bcc01cd6660d2ee" providerId="LiveId" clId="{46F50B70-D4E9-4573-A2CD-9B493EB86CF9}" dt="2025-06-15T17:52:01.413" v="1439" actId="1076"/>
          <ac:picMkLst>
            <pc:docMk/>
            <pc:sldMk cId="1272787955" sldId="279"/>
            <ac:picMk id="4" creationId="{39E0ACB1-F35F-43E0-B09E-696BA7ECF173}"/>
          </ac:picMkLst>
        </pc:picChg>
        <pc:picChg chg="del">
          <ac:chgData name="" userId="8bcc01cd6660d2ee" providerId="LiveId" clId="{46F50B70-D4E9-4573-A2CD-9B493EB86CF9}" dt="2025-06-15T17:48:30.902" v="1434" actId="478"/>
          <ac:picMkLst>
            <pc:docMk/>
            <pc:sldMk cId="1272787955" sldId="279"/>
            <ac:picMk id="5" creationId="{A87714D0-B63B-4179-8549-15810C98C2FB}"/>
          </ac:picMkLst>
        </pc:picChg>
        <pc:picChg chg="add mod modCrop">
          <ac:chgData name="" userId="8bcc01cd6660d2ee" providerId="LiveId" clId="{46F50B70-D4E9-4573-A2CD-9B493EB86CF9}" dt="2025-06-15T17:54:01.958" v="1447" actId="732"/>
          <ac:picMkLst>
            <pc:docMk/>
            <pc:sldMk cId="1272787955" sldId="279"/>
            <ac:picMk id="7" creationId="{D303A7DA-C7E0-41AD-9E5B-D0A4E0938B56}"/>
          </ac:picMkLst>
        </pc:picChg>
        <pc:picChg chg="del">
          <ac:chgData name="" userId="8bcc01cd6660d2ee" providerId="LiveId" clId="{46F50B70-D4E9-4573-A2CD-9B493EB86CF9}" dt="2025-06-15T17:48:32.762" v="1435" actId="478"/>
          <ac:picMkLst>
            <pc:docMk/>
            <pc:sldMk cId="1272787955" sldId="279"/>
            <ac:picMk id="9" creationId="{80D2AB2D-385E-49B3-BC79-1842C3CE8C9A}"/>
          </ac:picMkLst>
        </pc:picChg>
      </pc:sldChg>
      <pc:sldChg chg="addSp delSp modSp add">
        <pc:chgData name="" userId="8bcc01cd6660d2ee" providerId="LiveId" clId="{46F50B70-D4E9-4573-A2CD-9B493EB86CF9}" dt="2025-06-15T17:58:20.679" v="1465" actId="1582"/>
        <pc:sldMkLst>
          <pc:docMk/>
          <pc:sldMk cId="1213766211" sldId="280"/>
        </pc:sldMkLst>
        <pc:spChg chg="mod">
          <ac:chgData name="" userId="8bcc01cd6660d2ee" providerId="LiveId" clId="{46F50B70-D4E9-4573-A2CD-9B493EB86CF9}" dt="2025-06-15T17:55:13.170" v="1453"/>
          <ac:spMkLst>
            <pc:docMk/>
            <pc:sldMk cId="1213766211" sldId="280"/>
            <ac:spMk id="2" creationId="{9D8DA687-E705-486D-9216-C03ACB6F734D}"/>
          </ac:spMkLst>
        </pc:spChg>
        <pc:picChg chg="add mod">
          <ac:chgData name="" userId="8bcc01cd6660d2ee" providerId="LiveId" clId="{46F50B70-D4E9-4573-A2CD-9B493EB86CF9}" dt="2025-06-15T17:56:04.159" v="1459" actId="1076"/>
          <ac:picMkLst>
            <pc:docMk/>
            <pc:sldMk cId="1213766211" sldId="280"/>
            <ac:picMk id="5" creationId="{D2C22DD7-1B63-40E5-A35B-54D90A46999C}"/>
          </ac:picMkLst>
        </pc:picChg>
        <pc:picChg chg="add mod modCrop">
          <ac:chgData name="" userId="8bcc01cd6660d2ee" providerId="LiveId" clId="{46F50B70-D4E9-4573-A2CD-9B493EB86CF9}" dt="2025-06-15T17:58:20.679" v="1465" actId="1582"/>
          <ac:picMkLst>
            <pc:docMk/>
            <pc:sldMk cId="1213766211" sldId="280"/>
            <ac:picMk id="6" creationId="{37AE6F17-7C4A-4E3B-815F-F052442C7D37}"/>
          </ac:picMkLst>
        </pc:picChg>
        <pc:picChg chg="del">
          <ac:chgData name="" userId="8bcc01cd6660d2ee" providerId="LiveId" clId="{46F50B70-D4E9-4573-A2CD-9B493EB86CF9}" dt="2025-06-15T17:55:16.327" v="1454" actId="478"/>
          <ac:picMkLst>
            <pc:docMk/>
            <pc:sldMk cId="1213766211" sldId="280"/>
            <ac:picMk id="7" creationId="{EB345E55-6190-4EDC-8534-443FE0AD841F}"/>
          </ac:picMkLst>
        </pc:picChg>
        <pc:picChg chg="del">
          <ac:chgData name="" userId="8bcc01cd6660d2ee" providerId="LiveId" clId="{46F50B70-D4E9-4573-A2CD-9B493EB86CF9}" dt="2025-06-15T17:55:18.141" v="1455" actId="478"/>
          <ac:picMkLst>
            <pc:docMk/>
            <pc:sldMk cId="1213766211" sldId="280"/>
            <ac:picMk id="8" creationId="{2E525A48-6B58-4E5A-8257-4D2B3CC413D9}"/>
          </ac:picMkLst>
        </pc:picChg>
      </pc:sldChg>
      <pc:sldChg chg="addSp delSp modSp add">
        <pc:chgData name="" userId="8bcc01cd6660d2ee" providerId="LiveId" clId="{46F50B70-D4E9-4573-A2CD-9B493EB86CF9}" dt="2025-06-15T18:05:27.469" v="1491" actId="14100"/>
        <pc:sldMkLst>
          <pc:docMk/>
          <pc:sldMk cId="1218009898" sldId="282"/>
        </pc:sldMkLst>
        <pc:spChg chg="mod">
          <ac:chgData name="" userId="8bcc01cd6660d2ee" providerId="LiveId" clId="{46F50B70-D4E9-4573-A2CD-9B493EB86CF9}" dt="2025-06-15T18:00:03.669" v="1471"/>
          <ac:spMkLst>
            <pc:docMk/>
            <pc:sldMk cId="1218009898" sldId="282"/>
            <ac:spMk id="2" creationId="{9D8DA687-E705-486D-9216-C03ACB6F734D}"/>
          </ac:spMkLst>
        </pc:spChg>
        <pc:picChg chg="del">
          <ac:chgData name="" userId="8bcc01cd6660d2ee" providerId="LiveId" clId="{46F50B70-D4E9-4573-A2CD-9B493EB86CF9}" dt="2025-06-15T18:01:39.633" v="1472" actId="478"/>
          <ac:picMkLst>
            <pc:docMk/>
            <pc:sldMk cId="1218009898" sldId="282"/>
            <ac:picMk id="5" creationId="{D2C22DD7-1B63-40E5-A35B-54D90A46999C}"/>
          </ac:picMkLst>
        </pc:picChg>
        <pc:picChg chg="del">
          <ac:chgData name="" userId="8bcc01cd6660d2ee" providerId="LiveId" clId="{46F50B70-D4E9-4573-A2CD-9B493EB86CF9}" dt="2025-06-15T18:01:41.200" v="1473" actId="478"/>
          <ac:picMkLst>
            <pc:docMk/>
            <pc:sldMk cId="1218009898" sldId="282"/>
            <ac:picMk id="6" creationId="{37AE6F17-7C4A-4E3B-815F-F052442C7D37}"/>
          </ac:picMkLst>
        </pc:picChg>
        <pc:picChg chg="add mod">
          <ac:chgData name="" userId="8bcc01cd6660d2ee" providerId="LiveId" clId="{46F50B70-D4E9-4573-A2CD-9B493EB86CF9}" dt="2025-06-15T18:02:29.564" v="1478" actId="1076"/>
          <ac:picMkLst>
            <pc:docMk/>
            <pc:sldMk cId="1218009898" sldId="282"/>
            <ac:picMk id="7" creationId="{B236BDC2-AFBB-48FA-94E3-82FFF325F918}"/>
          </ac:picMkLst>
        </pc:picChg>
        <pc:picChg chg="add mod modCrop">
          <ac:chgData name="" userId="8bcc01cd6660d2ee" providerId="LiveId" clId="{46F50B70-D4E9-4573-A2CD-9B493EB86CF9}" dt="2025-06-15T18:05:27.469" v="1491" actId="14100"/>
          <ac:picMkLst>
            <pc:docMk/>
            <pc:sldMk cId="1218009898" sldId="282"/>
            <ac:picMk id="8" creationId="{9C5F66B4-6364-4B70-89A4-9C082B9E65ED}"/>
          </ac:picMkLst>
        </pc:picChg>
      </pc:sldChg>
      <pc:sldChg chg="addSp delSp modSp add">
        <pc:chgData name="" userId="8bcc01cd6660d2ee" providerId="LiveId" clId="{46F50B70-D4E9-4573-A2CD-9B493EB86CF9}" dt="2025-06-15T18:10:11.020" v="1517" actId="1582"/>
        <pc:sldMkLst>
          <pc:docMk/>
          <pc:sldMk cId="2336311586" sldId="283"/>
        </pc:sldMkLst>
        <pc:spChg chg="mod">
          <ac:chgData name="" userId="8bcc01cd6660d2ee" providerId="LiveId" clId="{46F50B70-D4E9-4573-A2CD-9B493EB86CF9}" dt="2025-06-15T18:06:30.712" v="1500" actId="115"/>
          <ac:spMkLst>
            <pc:docMk/>
            <pc:sldMk cId="2336311586" sldId="283"/>
            <ac:spMk id="2" creationId="{9112FC86-1E84-46A6-AE86-8B3508AEFE5C}"/>
          </ac:spMkLst>
        </pc:spChg>
        <pc:spChg chg="mod">
          <ac:chgData name="" userId="8bcc01cd6660d2ee" providerId="LiveId" clId="{46F50B70-D4E9-4573-A2CD-9B493EB86CF9}" dt="2025-06-15T18:07:20.379" v="1503"/>
          <ac:spMkLst>
            <pc:docMk/>
            <pc:sldMk cId="2336311586" sldId="283"/>
            <ac:spMk id="3" creationId="{A790B1C7-31B4-4DE2-A795-7A94B474C67C}"/>
          </ac:spMkLst>
        </pc:spChg>
        <pc:spChg chg="mod">
          <ac:chgData name="" userId="8bcc01cd6660d2ee" providerId="LiveId" clId="{46F50B70-D4E9-4573-A2CD-9B493EB86CF9}" dt="2025-06-15T18:09:35.508" v="1513" actId="1076"/>
          <ac:spMkLst>
            <pc:docMk/>
            <pc:sldMk cId="2336311586" sldId="283"/>
            <ac:spMk id="6" creationId="{F65450E2-4DCB-4771-ABCB-DC2BAAFAEBCB}"/>
          </ac:spMkLst>
        </pc:spChg>
        <pc:spChg chg="mod">
          <ac:chgData name="" userId="8bcc01cd6660d2ee" providerId="LiveId" clId="{46F50B70-D4E9-4573-A2CD-9B493EB86CF9}" dt="2025-06-15T18:09:26.125" v="1512" actId="1076"/>
          <ac:spMkLst>
            <pc:docMk/>
            <pc:sldMk cId="2336311586" sldId="283"/>
            <ac:spMk id="8" creationId="{6184F560-6092-4E0D-AEAA-BA6F9B88E848}"/>
          </ac:spMkLst>
        </pc:spChg>
        <pc:picChg chg="del">
          <ac:chgData name="" userId="8bcc01cd6660d2ee" providerId="LiveId" clId="{46F50B70-D4E9-4573-A2CD-9B493EB86CF9}" dt="2025-06-15T18:07:34.796" v="1504" actId="478"/>
          <ac:picMkLst>
            <pc:docMk/>
            <pc:sldMk cId="2336311586" sldId="283"/>
            <ac:picMk id="4" creationId="{39E0ACB1-F35F-43E0-B09E-696BA7ECF173}"/>
          </ac:picMkLst>
        </pc:picChg>
        <pc:picChg chg="add mod">
          <ac:chgData name="" userId="8bcc01cd6660d2ee" providerId="LiveId" clId="{46F50B70-D4E9-4573-A2CD-9B493EB86CF9}" dt="2025-06-15T18:09:25.673" v="1511" actId="1076"/>
          <ac:picMkLst>
            <pc:docMk/>
            <pc:sldMk cId="2336311586" sldId="283"/>
            <ac:picMk id="5" creationId="{A7D3DADD-639B-463D-B951-30EA3B74320A}"/>
          </ac:picMkLst>
        </pc:picChg>
        <pc:picChg chg="del">
          <ac:chgData name="" userId="8bcc01cd6660d2ee" providerId="LiveId" clId="{46F50B70-D4E9-4573-A2CD-9B493EB86CF9}" dt="2025-06-15T18:07:36.738" v="1505" actId="478"/>
          <ac:picMkLst>
            <pc:docMk/>
            <pc:sldMk cId="2336311586" sldId="283"/>
            <ac:picMk id="7" creationId="{D303A7DA-C7E0-41AD-9E5B-D0A4E0938B56}"/>
          </ac:picMkLst>
        </pc:picChg>
        <pc:picChg chg="add mod">
          <ac:chgData name="" userId="8bcc01cd6660d2ee" providerId="LiveId" clId="{46F50B70-D4E9-4573-A2CD-9B493EB86CF9}" dt="2025-06-15T18:10:11.020" v="1517" actId="1582"/>
          <ac:picMkLst>
            <pc:docMk/>
            <pc:sldMk cId="2336311586" sldId="283"/>
            <ac:picMk id="9" creationId="{F4EBC3E4-8CAF-466F-BE8F-D4A5F9F43212}"/>
          </ac:picMkLst>
        </pc:picChg>
      </pc:sldChg>
      <pc:sldChg chg="addSp delSp modSp add">
        <pc:chgData name="" userId="8bcc01cd6660d2ee" providerId="LiveId" clId="{46F50B70-D4E9-4573-A2CD-9B493EB86CF9}" dt="2025-06-15T18:17:02.129" v="1593" actId="1582"/>
        <pc:sldMkLst>
          <pc:docMk/>
          <pc:sldMk cId="2226753728" sldId="284"/>
        </pc:sldMkLst>
        <pc:spChg chg="mod">
          <ac:chgData name="" userId="8bcc01cd6660d2ee" providerId="LiveId" clId="{46F50B70-D4E9-4573-A2CD-9B493EB86CF9}" dt="2025-06-15T18:13:25.626" v="1577" actId="20577"/>
          <ac:spMkLst>
            <pc:docMk/>
            <pc:sldMk cId="2226753728" sldId="284"/>
            <ac:spMk id="2" creationId="{9D8DA687-E705-486D-9216-C03ACB6F734D}"/>
          </ac:spMkLst>
        </pc:spChg>
        <pc:spChg chg="mod">
          <ac:chgData name="" userId="8bcc01cd6660d2ee" providerId="LiveId" clId="{46F50B70-D4E9-4573-A2CD-9B493EB86CF9}" dt="2025-06-15T18:11:50.518" v="1537" actId="1076"/>
          <ac:spMkLst>
            <pc:docMk/>
            <pc:sldMk cId="2226753728" sldId="284"/>
            <ac:spMk id="3" creationId="{8932D88D-0DF1-46A4-98DC-572EB8B96553}"/>
          </ac:spMkLst>
        </pc:spChg>
        <pc:spChg chg="mod">
          <ac:chgData name="" userId="8bcc01cd6660d2ee" providerId="LiveId" clId="{46F50B70-D4E9-4573-A2CD-9B493EB86CF9}" dt="2025-06-15T18:15:34.326" v="1585" actId="1076"/>
          <ac:spMkLst>
            <pc:docMk/>
            <pc:sldMk cId="2226753728" sldId="284"/>
            <ac:spMk id="4" creationId="{7AF9AB10-A30E-4757-8F4A-F8983268C805}"/>
          </ac:spMkLst>
        </pc:spChg>
        <pc:picChg chg="add mod">
          <ac:chgData name="" userId="8bcc01cd6660d2ee" providerId="LiveId" clId="{46F50B70-D4E9-4573-A2CD-9B493EB86CF9}" dt="2025-06-15T18:15:24.311" v="1584" actId="14100"/>
          <ac:picMkLst>
            <pc:docMk/>
            <pc:sldMk cId="2226753728" sldId="284"/>
            <ac:picMk id="5" creationId="{F0437730-7906-4BF9-9ACE-AD164C0B008A}"/>
          </ac:picMkLst>
        </pc:picChg>
        <pc:picChg chg="add mod modCrop">
          <ac:chgData name="" userId="8bcc01cd6660d2ee" providerId="LiveId" clId="{46F50B70-D4E9-4573-A2CD-9B493EB86CF9}" dt="2025-06-15T18:17:02.129" v="1593" actId="1582"/>
          <ac:picMkLst>
            <pc:docMk/>
            <pc:sldMk cId="2226753728" sldId="284"/>
            <ac:picMk id="6" creationId="{01DB38D2-5C13-4B45-8DE9-E69804729A5E}"/>
          </ac:picMkLst>
        </pc:picChg>
        <pc:picChg chg="del">
          <ac:chgData name="" userId="8bcc01cd6660d2ee" providerId="LiveId" clId="{46F50B70-D4E9-4573-A2CD-9B493EB86CF9}" dt="2025-06-15T18:11:52.674" v="1538" actId="478"/>
          <ac:picMkLst>
            <pc:docMk/>
            <pc:sldMk cId="2226753728" sldId="284"/>
            <ac:picMk id="7" creationId="{B236BDC2-AFBB-48FA-94E3-82FFF325F918}"/>
          </ac:picMkLst>
        </pc:picChg>
        <pc:picChg chg="del">
          <ac:chgData name="" userId="8bcc01cd6660d2ee" providerId="LiveId" clId="{46F50B70-D4E9-4573-A2CD-9B493EB86CF9}" dt="2025-06-15T18:11:54.482" v="1539" actId="478"/>
          <ac:picMkLst>
            <pc:docMk/>
            <pc:sldMk cId="2226753728" sldId="284"/>
            <ac:picMk id="8" creationId="{9C5F66B4-6364-4B70-89A4-9C082B9E65ED}"/>
          </ac:picMkLst>
        </pc:picChg>
        <pc:cxnChg chg="add mod">
          <ac:chgData name="" userId="8bcc01cd6660d2ee" providerId="LiveId" clId="{46F50B70-D4E9-4573-A2CD-9B493EB86CF9}" dt="2025-06-15T18:15:50.889" v="1587" actId="1076"/>
          <ac:cxnSpMkLst>
            <pc:docMk/>
            <pc:sldMk cId="2226753728" sldId="284"/>
            <ac:cxnSpMk id="9" creationId="{0C6F27E4-8560-42D6-8ECD-6B87B2125491}"/>
          </ac:cxnSpMkLst>
        </pc:cxnChg>
      </pc:sldChg>
      <pc:sldChg chg="addSp delSp modSp add">
        <pc:chgData name="" userId="8bcc01cd6660d2ee" providerId="LiveId" clId="{46F50B70-D4E9-4573-A2CD-9B493EB86CF9}" dt="2025-06-15T18:22:50.374" v="1617" actId="1582"/>
        <pc:sldMkLst>
          <pc:docMk/>
          <pc:sldMk cId="2848560114" sldId="285"/>
        </pc:sldMkLst>
        <pc:spChg chg="mod">
          <ac:chgData name="" userId="8bcc01cd6660d2ee" providerId="LiveId" clId="{46F50B70-D4E9-4573-A2CD-9B493EB86CF9}" dt="2025-06-15T18:18:48.985" v="1597"/>
          <ac:spMkLst>
            <pc:docMk/>
            <pc:sldMk cId="2848560114" sldId="285"/>
            <ac:spMk id="2" creationId="{9D8DA687-E705-486D-9216-C03ACB6F734D}"/>
          </ac:spMkLst>
        </pc:spChg>
        <pc:spChg chg="mod">
          <ac:chgData name="" userId="8bcc01cd6660d2ee" providerId="LiveId" clId="{46F50B70-D4E9-4573-A2CD-9B493EB86CF9}" dt="2025-06-15T18:20:44.746" v="1607" actId="1076"/>
          <ac:spMkLst>
            <pc:docMk/>
            <pc:sldMk cId="2848560114" sldId="285"/>
            <ac:spMk id="3" creationId="{8932D88D-0DF1-46A4-98DC-572EB8B96553}"/>
          </ac:spMkLst>
        </pc:spChg>
        <pc:spChg chg="mod">
          <ac:chgData name="" userId="8bcc01cd6660d2ee" providerId="LiveId" clId="{46F50B70-D4E9-4573-A2CD-9B493EB86CF9}" dt="2025-06-15T18:20:20.218" v="1603" actId="1076"/>
          <ac:spMkLst>
            <pc:docMk/>
            <pc:sldMk cId="2848560114" sldId="285"/>
            <ac:spMk id="4" creationId="{7AF9AB10-A30E-4757-8F4A-F8983268C805}"/>
          </ac:spMkLst>
        </pc:spChg>
        <pc:picChg chg="del mod">
          <ac:chgData name="" userId="8bcc01cd6660d2ee" providerId="LiveId" clId="{46F50B70-D4E9-4573-A2CD-9B493EB86CF9}" dt="2025-06-15T18:20:07.990" v="1600" actId="478"/>
          <ac:picMkLst>
            <pc:docMk/>
            <pc:sldMk cId="2848560114" sldId="285"/>
            <ac:picMk id="5" creationId="{F0437730-7906-4BF9-9ACE-AD164C0B008A}"/>
          </ac:picMkLst>
        </pc:picChg>
        <pc:picChg chg="del">
          <ac:chgData name="" userId="8bcc01cd6660d2ee" providerId="LiveId" clId="{46F50B70-D4E9-4573-A2CD-9B493EB86CF9}" dt="2025-06-15T18:20:10.073" v="1601" actId="478"/>
          <ac:picMkLst>
            <pc:docMk/>
            <pc:sldMk cId="2848560114" sldId="285"/>
            <ac:picMk id="6" creationId="{01DB38D2-5C13-4B45-8DE9-E69804729A5E}"/>
          </ac:picMkLst>
        </pc:picChg>
        <pc:picChg chg="add mod">
          <ac:chgData name="" userId="8bcc01cd6660d2ee" providerId="LiveId" clId="{46F50B70-D4E9-4573-A2CD-9B493EB86CF9}" dt="2025-06-15T18:21:10.879" v="1609" actId="1076"/>
          <ac:picMkLst>
            <pc:docMk/>
            <pc:sldMk cId="2848560114" sldId="285"/>
            <ac:picMk id="7" creationId="{2DCDAD5B-1C42-447B-B9B9-F173B9C47EED}"/>
          </ac:picMkLst>
        </pc:picChg>
        <pc:picChg chg="add mod modCrop">
          <ac:chgData name="" userId="8bcc01cd6660d2ee" providerId="LiveId" clId="{46F50B70-D4E9-4573-A2CD-9B493EB86CF9}" dt="2025-06-15T18:22:50.374" v="1617" actId="1582"/>
          <ac:picMkLst>
            <pc:docMk/>
            <pc:sldMk cId="2848560114" sldId="285"/>
            <ac:picMk id="8" creationId="{6F7EC990-36FB-4419-9B04-51C5D5DCE619}"/>
          </ac:picMkLst>
        </pc:picChg>
        <pc:cxnChg chg="del">
          <ac:chgData name="" userId="8bcc01cd6660d2ee" providerId="LiveId" clId="{46F50B70-D4E9-4573-A2CD-9B493EB86CF9}" dt="2025-06-15T18:20:12.322" v="1602" actId="478"/>
          <ac:cxnSpMkLst>
            <pc:docMk/>
            <pc:sldMk cId="2848560114" sldId="285"/>
            <ac:cxnSpMk id="9" creationId="{0C6F27E4-8560-42D6-8ECD-6B87B2125491}"/>
          </ac:cxnSpMkLst>
        </pc:cxnChg>
      </pc:sldChg>
      <pc:sldChg chg="addSp delSp modSp add">
        <pc:chgData name="" userId="8bcc01cd6660d2ee" providerId="LiveId" clId="{46F50B70-D4E9-4573-A2CD-9B493EB86CF9}" dt="2025-06-15T18:30:32.954" v="1634" actId="1582"/>
        <pc:sldMkLst>
          <pc:docMk/>
          <pc:sldMk cId="738077257" sldId="286"/>
        </pc:sldMkLst>
        <pc:spChg chg="mod">
          <ac:chgData name="" userId="8bcc01cd6660d2ee" providerId="LiveId" clId="{46F50B70-D4E9-4573-A2CD-9B493EB86CF9}" dt="2025-06-15T18:27:05.219" v="1621"/>
          <ac:spMkLst>
            <pc:docMk/>
            <pc:sldMk cId="738077257" sldId="286"/>
            <ac:spMk id="2" creationId="{9D8DA687-E705-486D-9216-C03ACB6F734D}"/>
          </ac:spMkLst>
        </pc:spChg>
        <pc:spChg chg="mod">
          <ac:chgData name="" userId="8bcc01cd6660d2ee" providerId="LiveId" clId="{46F50B70-D4E9-4573-A2CD-9B493EB86CF9}" dt="2025-06-15T18:29:30.002" v="1626" actId="1076"/>
          <ac:spMkLst>
            <pc:docMk/>
            <pc:sldMk cId="738077257" sldId="286"/>
            <ac:spMk id="3" creationId="{8932D88D-0DF1-46A4-98DC-572EB8B96553}"/>
          </ac:spMkLst>
        </pc:spChg>
        <pc:picChg chg="add mod">
          <ac:chgData name="" userId="8bcc01cd6660d2ee" providerId="LiveId" clId="{46F50B70-D4E9-4573-A2CD-9B493EB86CF9}" dt="2025-06-15T18:29:20.531" v="1625" actId="14100"/>
          <ac:picMkLst>
            <pc:docMk/>
            <pc:sldMk cId="738077257" sldId="286"/>
            <ac:picMk id="5" creationId="{A99D0C2C-97D9-4572-99D0-9B228978A533}"/>
          </ac:picMkLst>
        </pc:picChg>
        <pc:picChg chg="add mod modCrop">
          <ac:chgData name="" userId="8bcc01cd6660d2ee" providerId="LiveId" clId="{46F50B70-D4E9-4573-A2CD-9B493EB86CF9}" dt="2025-06-15T18:30:32.954" v="1634" actId="1582"/>
          <ac:picMkLst>
            <pc:docMk/>
            <pc:sldMk cId="738077257" sldId="286"/>
            <ac:picMk id="6" creationId="{50140288-7549-4FBB-9D45-53DD7BCD1343}"/>
          </ac:picMkLst>
        </pc:picChg>
        <pc:picChg chg="del">
          <ac:chgData name="" userId="8bcc01cd6660d2ee" providerId="LiveId" clId="{46F50B70-D4E9-4573-A2CD-9B493EB86CF9}" dt="2025-06-15T18:29:09.879" v="1623" actId="478"/>
          <ac:picMkLst>
            <pc:docMk/>
            <pc:sldMk cId="738077257" sldId="286"/>
            <ac:picMk id="7" creationId="{2DCDAD5B-1C42-447B-B9B9-F173B9C47EED}"/>
          </ac:picMkLst>
        </pc:picChg>
        <pc:picChg chg="del">
          <ac:chgData name="" userId="8bcc01cd6660d2ee" providerId="LiveId" clId="{46F50B70-D4E9-4573-A2CD-9B493EB86CF9}" dt="2025-06-15T18:29:39.068" v="1627" actId="478"/>
          <ac:picMkLst>
            <pc:docMk/>
            <pc:sldMk cId="738077257" sldId="286"/>
            <ac:picMk id="8" creationId="{6F7EC990-36FB-4419-9B04-51C5D5DCE619}"/>
          </ac:picMkLst>
        </pc:picChg>
      </pc:sldChg>
      <pc:sldChg chg="addSp delSp modSp add">
        <pc:chgData name="" userId="8bcc01cd6660d2ee" providerId="LiveId" clId="{46F50B70-D4E9-4573-A2CD-9B493EB86CF9}" dt="2025-06-16T18:30:08.185" v="1796" actId="732"/>
        <pc:sldMkLst>
          <pc:docMk/>
          <pc:sldMk cId="3342881801" sldId="287"/>
        </pc:sldMkLst>
        <pc:spChg chg="mod">
          <ac:chgData name="" userId="8bcc01cd6660d2ee" providerId="LiveId" clId="{46F50B70-D4E9-4573-A2CD-9B493EB86CF9}" dt="2025-06-16T18:28:54.098" v="1789" actId="1076"/>
          <ac:spMkLst>
            <pc:docMk/>
            <pc:sldMk cId="3342881801" sldId="287"/>
            <ac:spMk id="2" creationId="{9D8DA687-E705-486D-9216-C03ACB6F734D}"/>
          </ac:spMkLst>
        </pc:spChg>
        <pc:spChg chg="mod">
          <ac:chgData name="" userId="8bcc01cd6660d2ee" providerId="LiveId" clId="{46F50B70-D4E9-4573-A2CD-9B493EB86CF9}" dt="2025-06-16T18:28:06.412" v="1781" actId="1076"/>
          <ac:spMkLst>
            <pc:docMk/>
            <pc:sldMk cId="3342881801" sldId="287"/>
            <ac:spMk id="3" creationId="{8932D88D-0DF1-46A4-98DC-572EB8B96553}"/>
          </ac:spMkLst>
        </pc:spChg>
        <pc:spChg chg="mod">
          <ac:chgData name="" userId="8bcc01cd6660d2ee" providerId="LiveId" clId="{46F50B70-D4E9-4573-A2CD-9B493EB86CF9}" dt="2025-06-16T18:28:20.259" v="1783" actId="1076"/>
          <ac:spMkLst>
            <pc:docMk/>
            <pc:sldMk cId="3342881801" sldId="287"/>
            <ac:spMk id="4" creationId="{7AF9AB10-A30E-4757-8F4A-F8983268C805}"/>
          </ac:spMkLst>
        </pc:spChg>
        <pc:picChg chg="add mod">
          <ac:chgData name="" userId="8bcc01cd6660d2ee" providerId="LiveId" clId="{46F50B70-D4E9-4573-A2CD-9B493EB86CF9}" dt="2025-06-16T18:29:06.018" v="1791" actId="1076"/>
          <ac:picMkLst>
            <pc:docMk/>
            <pc:sldMk cId="3342881801" sldId="287"/>
            <ac:picMk id="5" creationId="{D7BE598D-738B-4CE9-A2F8-68F053A1E7AA}"/>
          </ac:picMkLst>
        </pc:picChg>
        <pc:picChg chg="del">
          <ac:chgData name="" userId="8bcc01cd6660d2ee" providerId="LiveId" clId="{46F50B70-D4E9-4573-A2CD-9B493EB86CF9}" dt="2025-06-15T18:32:57.233" v="1639" actId="478"/>
          <ac:picMkLst>
            <pc:docMk/>
            <pc:sldMk cId="3342881801" sldId="287"/>
            <ac:picMk id="5" creationId="{F0437730-7906-4BF9-9ACE-AD164C0B008A}"/>
          </ac:picMkLst>
        </pc:picChg>
        <pc:picChg chg="del">
          <ac:chgData name="" userId="8bcc01cd6660d2ee" providerId="LiveId" clId="{46F50B70-D4E9-4573-A2CD-9B493EB86CF9}" dt="2025-06-15T18:32:59.019" v="1640" actId="478"/>
          <ac:picMkLst>
            <pc:docMk/>
            <pc:sldMk cId="3342881801" sldId="287"/>
            <ac:picMk id="6" creationId="{01DB38D2-5C13-4B45-8DE9-E69804729A5E}"/>
          </ac:picMkLst>
        </pc:picChg>
        <pc:picChg chg="add mod modCrop">
          <ac:chgData name="" userId="8bcc01cd6660d2ee" providerId="LiveId" clId="{46F50B70-D4E9-4573-A2CD-9B493EB86CF9}" dt="2025-06-16T18:30:08.185" v="1796" actId="732"/>
          <ac:picMkLst>
            <pc:docMk/>
            <pc:sldMk cId="3342881801" sldId="287"/>
            <ac:picMk id="7" creationId="{38B32B72-623A-47F1-8EDB-793205621D1B}"/>
          </ac:picMkLst>
        </pc:picChg>
        <pc:cxnChg chg="add del mod">
          <ac:chgData name="" userId="8bcc01cd6660d2ee" providerId="LiveId" clId="{46F50B70-D4E9-4573-A2CD-9B493EB86CF9}" dt="2025-06-16T18:28:26.480" v="1785" actId="478"/>
          <ac:cxnSpMkLst>
            <pc:docMk/>
            <pc:sldMk cId="3342881801" sldId="287"/>
            <ac:cxnSpMk id="6" creationId="{2BFF8875-6A29-4222-8E30-C2D4E4A886C6}"/>
          </ac:cxnSpMkLst>
        </pc:cxnChg>
        <pc:cxnChg chg="del">
          <ac:chgData name="" userId="8bcc01cd6660d2ee" providerId="LiveId" clId="{46F50B70-D4E9-4573-A2CD-9B493EB86CF9}" dt="2025-06-15T18:33:01.604" v="1641" actId="478"/>
          <ac:cxnSpMkLst>
            <pc:docMk/>
            <pc:sldMk cId="3342881801" sldId="287"/>
            <ac:cxnSpMk id="9" creationId="{0C6F27E4-8560-42D6-8ECD-6B87B2125491}"/>
          </ac:cxnSpMkLst>
        </pc:cxnChg>
      </pc:sldChg>
      <pc:sldChg chg="addSp delSp modSp add">
        <pc:chgData name="" userId="8bcc01cd6660d2ee" providerId="LiveId" clId="{46F50B70-D4E9-4573-A2CD-9B493EB86CF9}" dt="2025-06-15T18:37:36.508" v="1673" actId="115"/>
        <pc:sldMkLst>
          <pc:docMk/>
          <pc:sldMk cId="2771127070" sldId="288"/>
        </pc:sldMkLst>
        <pc:spChg chg="mod">
          <ac:chgData name="" userId="8bcc01cd6660d2ee" providerId="LiveId" clId="{46F50B70-D4E9-4573-A2CD-9B493EB86CF9}" dt="2025-06-15T18:37:36.508" v="1673" actId="115"/>
          <ac:spMkLst>
            <pc:docMk/>
            <pc:sldMk cId="2771127070" sldId="288"/>
            <ac:spMk id="2" creationId="{9112FC86-1E84-46A6-AE86-8B3508AEFE5C}"/>
          </ac:spMkLst>
        </pc:spChg>
        <pc:spChg chg="mod">
          <ac:chgData name="" userId="8bcc01cd6660d2ee" providerId="LiveId" clId="{46F50B70-D4E9-4573-A2CD-9B493EB86CF9}" dt="2025-06-15T18:34:31.695" v="1650"/>
          <ac:spMkLst>
            <pc:docMk/>
            <pc:sldMk cId="2771127070" sldId="288"/>
            <ac:spMk id="3" creationId="{A790B1C7-31B4-4DE2-A795-7A94B474C67C}"/>
          </ac:spMkLst>
        </pc:spChg>
        <pc:picChg chg="add mod">
          <ac:chgData name="" userId="8bcc01cd6660d2ee" providerId="LiveId" clId="{46F50B70-D4E9-4573-A2CD-9B493EB86CF9}" dt="2025-06-15T18:35:38.528" v="1656" actId="14100"/>
          <ac:picMkLst>
            <pc:docMk/>
            <pc:sldMk cId="2771127070" sldId="288"/>
            <ac:picMk id="4" creationId="{EB05DA93-2740-453E-8E06-09E335B9BB80}"/>
          </ac:picMkLst>
        </pc:picChg>
        <pc:picChg chg="del">
          <ac:chgData name="" userId="8bcc01cd6660d2ee" providerId="LiveId" clId="{46F50B70-D4E9-4573-A2CD-9B493EB86CF9}" dt="2025-06-15T18:34:38.167" v="1651" actId="478"/>
          <ac:picMkLst>
            <pc:docMk/>
            <pc:sldMk cId="2771127070" sldId="288"/>
            <ac:picMk id="5" creationId="{A7D3DADD-639B-463D-B951-30EA3B74320A}"/>
          </ac:picMkLst>
        </pc:picChg>
        <pc:picChg chg="add mod modCrop">
          <ac:chgData name="" userId="8bcc01cd6660d2ee" providerId="LiveId" clId="{46F50B70-D4E9-4573-A2CD-9B493EB86CF9}" dt="2025-06-15T18:36:37.538" v="1663" actId="1582"/>
          <ac:picMkLst>
            <pc:docMk/>
            <pc:sldMk cId="2771127070" sldId="288"/>
            <ac:picMk id="7" creationId="{7279E8C1-02CF-4EBA-9103-7F804E96FA79}"/>
          </ac:picMkLst>
        </pc:picChg>
        <pc:picChg chg="del">
          <ac:chgData name="" userId="8bcc01cd6660d2ee" providerId="LiveId" clId="{46F50B70-D4E9-4573-A2CD-9B493EB86CF9}" dt="2025-06-15T18:34:40.914" v="1652" actId="478"/>
          <ac:picMkLst>
            <pc:docMk/>
            <pc:sldMk cId="2771127070" sldId="288"/>
            <ac:picMk id="9" creationId="{F4EBC3E4-8CAF-466F-BE8F-D4A5F9F43212}"/>
          </ac:picMkLst>
        </pc:picChg>
      </pc:sldChg>
      <pc:sldChg chg="addSp delSp modSp add">
        <pc:chgData name="" userId="8bcc01cd6660d2ee" providerId="LiveId" clId="{46F50B70-D4E9-4573-A2CD-9B493EB86CF9}" dt="2025-06-15T18:45:03.984" v="1705" actId="20577"/>
        <pc:sldMkLst>
          <pc:docMk/>
          <pc:sldMk cId="581846961" sldId="290"/>
        </pc:sldMkLst>
        <pc:spChg chg="mod">
          <ac:chgData name="" userId="8bcc01cd6660d2ee" providerId="LiveId" clId="{46F50B70-D4E9-4573-A2CD-9B493EB86CF9}" dt="2025-06-15T18:45:03.984" v="1705" actId="20577"/>
          <ac:spMkLst>
            <pc:docMk/>
            <pc:sldMk cId="581846961" sldId="290"/>
            <ac:spMk id="2" creationId="{9D8DA687-E705-486D-9216-C03ACB6F734D}"/>
          </ac:spMkLst>
        </pc:spChg>
        <pc:spChg chg="mod">
          <ac:chgData name="" userId="8bcc01cd6660d2ee" providerId="LiveId" clId="{46F50B70-D4E9-4573-A2CD-9B493EB86CF9}" dt="2025-06-15T18:42:07.741" v="1695" actId="1076"/>
          <ac:spMkLst>
            <pc:docMk/>
            <pc:sldMk cId="581846961" sldId="290"/>
            <ac:spMk id="3" creationId="{8932D88D-0DF1-46A4-98DC-572EB8B96553}"/>
          </ac:spMkLst>
        </pc:spChg>
        <pc:spChg chg="mod">
          <ac:chgData name="" userId="8bcc01cd6660d2ee" providerId="LiveId" clId="{46F50B70-D4E9-4573-A2CD-9B493EB86CF9}" dt="2025-06-15T18:42:11.749" v="1696" actId="1076"/>
          <ac:spMkLst>
            <pc:docMk/>
            <pc:sldMk cId="581846961" sldId="290"/>
            <ac:spMk id="4" creationId="{7AF9AB10-A30E-4757-8F4A-F8983268C805}"/>
          </ac:spMkLst>
        </pc:spChg>
        <pc:picChg chg="add del mod">
          <ac:chgData name="" userId="8bcc01cd6660d2ee" providerId="LiveId" clId="{46F50B70-D4E9-4573-A2CD-9B493EB86CF9}" dt="2025-06-15T18:43:36.450" v="1703" actId="478"/>
          <ac:picMkLst>
            <pc:docMk/>
            <pc:sldMk cId="581846961" sldId="290"/>
            <ac:picMk id="7" creationId="{E71D8643-54BE-41C9-B2BA-5595730D61C1}"/>
          </ac:picMkLst>
        </pc:picChg>
        <pc:picChg chg="add del mod">
          <ac:chgData name="" userId="8bcc01cd6660d2ee" providerId="LiveId" clId="{46F50B70-D4E9-4573-A2CD-9B493EB86CF9}" dt="2025-06-15T18:43:35.673" v="1702" actId="478"/>
          <ac:picMkLst>
            <pc:docMk/>
            <pc:sldMk cId="581846961" sldId="290"/>
            <ac:picMk id="8" creationId="{5E1D52FD-1430-4EE3-B001-4DD5E56A4210}"/>
          </ac:picMkLst>
        </pc:picChg>
        <pc:cxnChg chg="add mod">
          <ac:chgData name="" userId="8bcc01cd6660d2ee" providerId="LiveId" clId="{46F50B70-D4E9-4573-A2CD-9B493EB86CF9}" dt="2025-06-15T18:41:45.278" v="1694" actId="1076"/>
          <ac:cxnSpMkLst>
            <pc:docMk/>
            <pc:sldMk cId="581846961" sldId="290"/>
            <ac:cxnSpMk id="9" creationId="{22023AC7-D19E-4948-99B9-66577F8BC9E1}"/>
          </ac:cxnSpMkLst>
        </pc:cxnChg>
      </pc:sldChg>
      <pc:sldChg chg="addSp delSp modSp add">
        <pc:chgData name="" userId="8bcc01cd6660d2ee" providerId="LiveId" clId="{46F50B70-D4E9-4573-A2CD-9B493EB86CF9}" dt="2025-06-15T18:49:38.062" v="1734" actId="1582"/>
        <pc:sldMkLst>
          <pc:docMk/>
          <pc:sldMk cId="2247878001" sldId="291"/>
        </pc:sldMkLst>
        <pc:spChg chg="mod">
          <ac:chgData name="" userId="8bcc01cd6660d2ee" providerId="LiveId" clId="{46F50B70-D4E9-4573-A2CD-9B493EB86CF9}" dt="2025-06-15T18:46:41.309" v="1715"/>
          <ac:spMkLst>
            <pc:docMk/>
            <pc:sldMk cId="2247878001" sldId="291"/>
            <ac:spMk id="2" creationId="{9D8DA687-E705-486D-9216-C03ACB6F734D}"/>
          </ac:spMkLst>
        </pc:spChg>
        <pc:spChg chg="mod">
          <ac:chgData name="" userId="8bcc01cd6660d2ee" providerId="LiveId" clId="{46F50B70-D4E9-4573-A2CD-9B493EB86CF9}" dt="2025-06-15T18:48:26.666" v="1725" actId="1076"/>
          <ac:spMkLst>
            <pc:docMk/>
            <pc:sldMk cId="2247878001" sldId="291"/>
            <ac:spMk id="4" creationId="{7AF9AB10-A30E-4757-8F4A-F8983268C805}"/>
          </ac:spMkLst>
        </pc:spChg>
        <pc:picChg chg="del">
          <ac:chgData name="" userId="8bcc01cd6660d2ee" providerId="LiveId" clId="{46F50B70-D4E9-4573-A2CD-9B493EB86CF9}" dt="2025-06-15T18:47:26.906" v="1717" actId="478"/>
          <ac:picMkLst>
            <pc:docMk/>
            <pc:sldMk cId="2247878001" sldId="291"/>
            <ac:picMk id="5" creationId="{A99D0C2C-97D9-4572-99D0-9B228978A533}"/>
          </ac:picMkLst>
        </pc:picChg>
        <pc:picChg chg="del">
          <ac:chgData name="" userId="8bcc01cd6660d2ee" providerId="LiveId" clId="{46F50B70-D4E9-4573-A2CD-9B493EB86CF9}" dt="2025-06-15T18:47:28.965" v="1718" actId="478"/>
          <ac:picMkLst>
            <pc:docMk/>
            <pc:sldMk cId="2247878001" sldId="291"/>
            <ac:picMk id="6" creationId="{50140288-7549-4FBB-9D45-53DD7BCD1343}"/>
          </ac:picMkLst>
        </pc:picChg>
        <pc:picChg chg="add mod">
          <ac:chgData name="" userId="8bcc01cd6660d2ee" providerId="LiveId" clId="{46F50B70-D4E9-4573-A2CD-9B493EB86CF9}" dt="2025-06-15T18:48:19.325" v="1723" actId="1076"/>
          <ac:picMkLst>
            <pc:docMk/>
            <pc:sldMk cId="2247878001" sldId="291"/>
            <ac:picMk id="7" creationId="{4AFC5F1E-8784-4E22-BE13-4E34355FB126}"/>
          </ac:picMkLst>
        </pc:picChg>
        <pc:picChg chg="add mod modCrop">
          <ac:chgData name="" userId="8bcc01cd6660d2ee" providerId="LiveId" clId="{46F50B70-D4E9-4573-A2CD-9B493EB86CF9}" dt="2025-06-15T18:49:38.062" v="1734" actId="1582"/>
          <ac:picMkLst>
            <pc:docMk/>
            <pc:sldMk cId="2247878001" sldId="291"/>
            <ac:picMk id="8" creationId="{4E95A247-5D26-4BF2-9EF2-C270645BF9B3}"/>
          </ac:picMkLst>
        </pc:picChg>
      </pc:sldChg>
      <pc:sldChg chg="addSp delSp modSp add">
        <pc:chgData name="" userId="8bcc01cd6660d2ee" providerId="LiveId" clId="{46F50B70-D4E9-4573-A2CD-9B493EB86CF9}" dt="2025-06-17T20:15:47.564" v="2903" actId="478"/>
        <pc:sldMkLst>
          <pc:docMk/>
          <pc:sldMk cId="200169078" sldId="292"/>
        </pc:sldMkLst>
        <pc:spChg chg="mod">
          <ac:chgData name="" userId="8bcc01cd6660d2ee" providerId="LiveId" clId="{46F50B70-D4E9-4573-A2CD-9B493EB86CF9}" dt="2025-06-15T18:50:32.648" v="1740" actId="1076"/>
          <ac:spMkLst>
            <pc:docMk/>
            <pc:sldMk cId="200169078" sldId="292"/>
            <ac:spMk id="2" creationId="{9D8DA687-E705-486D-9216-C03ACB6F734D}"/>
          </ac:spMkLst>
        </pc:spChg>
        <pc:spChg chg="mod">
          <ac:chgData name="" userId="8bcc01cd6660d2ee" providerId="LiveId" clId="{46F50B70-D4E9-4573-A2CD-9B493EB86CF9}" dt="2025-06-15T18:51:52.858" v="1747" actId="1076"/>
          <ac:spMkLst>
            <pc:docMk/>
            <pc:sldMk cId="200169078" sldId="292"/>
            <ac:spMk id="3" creationId="{8932D88D-0DF1-46A4-98DC-572EB8B96553}"/>
          </ac:spMkLst>
        </pc:spChg>
        <pc:spChg chg="mod">
          <ac:chgData name="" userId="8bcc01cd6660d2ee" providerId="LiveId" clId="{46F50B70-D4E9-4573-A2CD-9B493EB86CF9}" dt="2025-06-17T20:15:46.220" v="2900" actId="1076"/>
          <ac:spMkLst>
            <pc:docMk/>
            <pc:sldMk cId="200169078" sldId="292"/>
            <ac:spMk id="4" creationId="{7AF9AB10-A30E-4757-8F4A-F8983268C805}"/>
          </ac:spMkLst>
        </pc:spChg>
        <pc:picChg chg="add del mod">
          <ac:chgData name="" userId="8bcc01cd6660d2ee" providerId="LiveId" clId="{46F50B70-D4E9-4573-A2CD-9B493EB86CF9}" dt="2025-06-17T18:54:14.717" v="2847" actId="478"/>
          <ac:picMkLst>
            <pc:docMk/>
            <pc:sldMk cId="200169078" sldId="292"/>
            <ac:picMk id="5" creationId="{92C8EF36-5176-4BBD-BB01-5AE5323EA7BE}"/>
          </ac:picMkLst>
        </pc:picChg>
        <pc:picChg chg="add del mod">
          <ac:chgData name="" userId="8bcc01cd6660d2ee" providerId="LiveId" clId="{46F50B70-D4E9-4573-A2CD-9B493EB86CF9}" dt="2025-06-17T20:15:45.697" v="2899"/>
          <ac:picMkLst>
            <pc:docMk/>
            <pc:sldMk cId="200169078" sldId="292"/>
            <ac:picMk id="5" creationId="{DB58EAA0-6C32-49A6-B74D-2B9B276AE717}"/>
          </ac:picMkLst>
        </pc:picChg>
        <pc:picChg chg="add del mod modCrop">
          <ac:chgData name="" userId="8bcc01cd6660d2ee" providerId="LiveId" clId="{46F50B70-D4E9-4573-A2CD-9B493EB86CF9}" dt="2025-06-17T20:15:43.916" v="2894"/>
          <ac:picMkLst>
            <pc:docMk/>
            <pc:sldMk cId="200169078" sldId="292"/>
            <ac:picMk id="6" creationId="{5D7811A9-4389-4D8B-AF5E-3AE39C2E4474}"/>
          </ac:picMkLst>
        </pc:picChg>
        <pc:picChg chg="add del mod">
          <ac:chgData name="" userId="8bcc01cd6660d2ee" providerId="LiveId" clId="{46F50B70-D4E9-4573-A2CD-9B493EB86CF9}" dt="2025-06-17T18:54:17.057" v="2848" actId="478"/>
          <ac:picMkLst>
            <pc:docMk/>
            <pc:sldMk cId="200169078" sldId="292"/>
            <ac:picMk id="6" creationId="{B3DBAA7A-2829-4D15-A12B-099FCB91747D}"/>
          </ac:picMkLst>
        </pc:picChg>
        <pc:picChg chg="add del mod">
          <ac:chgData name="" userId="8bcc01cd6660d2ee" providerId="LiveId" clId="{46F50B70-D4E9-4573-A2CD-9B493EB86CF9}" dt="2025-06-17T18:59:24.157" v="2857" actId="478"/>
          <ac:picMkLst>
            <pc:docMk/>
            <pc:sldMk cId="200169078" sldId="292"/>
            <ac:picMk id="7" creationId="{1FF710D6-24CF-4FF1-B1D4-A07D7239DCF6}"/>
          </ac:picMkLst>
        </pc:picChg>
        <pc:picChg chg="del">
          <ac:chgData name="" userId="8bcc01cd6660d2ee" providerId="LiveId" clId="{46F50B70-D4E9-4573-A2CD-9B493EB86CF9}" dt="2025-06-15T18:50:48.090" v="1741" actId="478"/>
          <ac:picMkLst>
            <pc:docMk/>
            <pc:sldMk cId="200169078" sldId="292"/>
            <ac:picMk id="7" creationId="{4AFC5F1E-8784-4E22-BE13-4E34355FB126}"/>
          </ac:picMkLst>
        </pc:picChg>
        <pc:picChg chg="del">
          <ac:chgData name="" userId="8bcc01cd6660d2ee" providerId="LiveId" clId="{46F50B70-D4E9-4573-A2CD-9B493EB86CF9}" dt="2025-06-15T18:50:49.559" v="1742" actId="478"/>
          <ac:picMkLst>
            <pc:docMk/>
            <pc:sldMk cId="200169078" sldId="292"/>
            <ac:picMk id="8" creationId="{4E95A247-5D26-4BF2-9EF2-C270645BF9B3}"/>
          </ac:picMkLst>
        </pc:picChg>
        <pc:picChg chg="add del mod">
          <ac:chgData name="" userId="8bcc01cd6660d2ee" providerId="LiveId" clId="{46F50B70-D4E9-4573-A2CD-9B493EB86CF9}" dt="2025-06-17T20:15:47.564" v="2903" actId="478"/>
          <ac:picMkLst>
            <pc:docMk/>
            <pc:sldMk cId="200169078" sldId="292"/>
            <ac:picMk id="8" creationId="{7F47322F-750B-4B30-B013-63674A463FA5}"/>
          </ac:picMkLst>
        </pc:picChg>
        <pc:picChg chg="add del mod modCrop">
          <ac:chgData name="" userId="8bcc01cd6660d2ee" providerId="LiveId" clId="{46F50B70-D4E9-4573-A2CD-9B493EB86CF9}" dt="2025-06-17T20:15:47.116" v="2902" actId="478"/>
          <ac:picMkLst>
            <pc:docMk/>
            <pc:sldMk cId="200169078" sldId="292"/>
            <ac:picMk id="9" creationId="{87E69A0E-ECC0-4E9A-ADBF-49A7943A011E}"/>
          </ac:picMkLst>
        </pc:picChg>
        <pc:cxnChg chg="add del mod">
          <ac:chgData name="" userId="8bcc01cd6660d2ee" providerId="LiveId" clId="{46F50B70-D4E9-4573-A2CD-9B493EB86CF9}" dt="2025-06-17T20:15:46.658" v="2901" actId="478"/>
          <ac:cxnSpMkLst>
            <pc:docMk/>
            <pc:sldMk cId="200169078" sldId="292"/>
            <ac:cxnSpMk id="10" creationId="{858CE240-BCA0-4955-835A-B114F82F119F}"/>
          </ac:cxnSpMkLst>
        </pc:cxnChg>
      </pc:sldChg>
      <pc:sldChg chg="addSp delSp modSp add">
        <pc:chgData name="" userId="8bcc01cd6660d2ee" providerId="LiveId" clId="{46F50B70-D4E9-4573-A2CD-9B493EB86CF9}" dt="2025-06-16T18:36:48.665" v="1808" actId="732"/>
        <pc:sldMkLst>
          <pc:docMk/>
          <pc:sldMk cId="3702875033" sldId="293"/>
        </pc:sldMkLst>
        <pc:spChg chg="mod">
          <ac:chgData name="" userId="8bcc01cd6660d2ee" providerId="LiveId" clId="{46F50B70-D4E9-4573-A2CD-9B493EB86CF9}" dt="2025-06-15T18:54:24.567" v="1768" actId="20577"/>
          <ac:spMkLst>
            <pc:docMk/>
            <pc:sldMk cId="3702875033" sldId="293"/>
            <ac:spMk id="2" creationId="{9112FC86-1E84-46A6-AE86-8B3508AEFE5C}"/>
          </ac:spMkLst>
        </pc:spChg>
        <pc:spChg chg="mod">
          <ac:chgData name="" userId="8bcc01cd6660d2ee" providerId="LiveId" clId="{46F50B70-D4E9-4573-A2CD-9B493EB86CF9}" dt="2025-06-15T18:54:07.630" v="1764" actId="20577"/>
          <ac:spMkLst>
            <pc:docMk/>
            <pc:sldMk cId="3702875033" sldId="293"/>
            <ac:spMk id="3" creationId="{A790B1C7-31B4-4DE2-A795-7A94B474C67C}"/>
          </ac:spMkLst>
        </pc:spChg>
        <pc:picChg chg="add mod">
          <ac:chgData name="" userId="8bcc01cd6660d2ee" providerId="LiveId" clId="{46F50B70-D4E9-4573-A2CD-9B493EB86CF9}" dt="2025-06-16T18:35:21.963" v="1801" actId="1076"/>
          <ac:picMkLst>
            <pc:docMk/>
            <pc:sldMk cId="3702875033" sldId="293"/>
            <ac:picMk id="4" creationId="{45AB7E3E-A9BA-411C-9882-6A47FB7A5B4E}"/>
          </ac:picMkLst>
        </pc:picChg>
        <pc:picChg chg="del">
          <ac:chgData name="" userId="8bcc01cd6660d2ee" providerId="LiveId" clId="{46F50B70-D4E9-4573-A2CD-9B493EB86CF9}" dt="2025-06-15T18:54:09.676" v="1765" actId="478"/>
          <ac:picMkLst>
            <pc:docMk/>
            <pc:sldMk cId="3702875033" sldId="293"/>
            <ac:picMk id="4" creationId="{EB05DA93-2740-453E-8E06-09E335B9BB80}"/>
          </ac:picMkLst>
        </pc:picChg>
        <pc:picChg chg="add mod modCrop">
          <ac:chgData name="" userId="8bcc01cd6660d2ee" providerId="LiveId" clId="{46F50B70-D4E9-4573-A2CD-9B493EB86CF9}" dt="2025-06-16T18:36:48.665" v="1808" actId="732"/>
          <ac:picMkLst>
            <pc:docMk/>
            <pc:sldMk cId="3702875033" sldId="293"/>
            <ac:picMk id="5" creationId="{3F97D662-1E09-467B-AB30-34BF279E2667}"/>
          </ac:picMkLst>
        </pc:picChg>
        <pc:picChg chg="del">
          <ac:chgData name="" userId="8bcc01cd6660d2ee" providerId="LiveId" clId="{46F50B70-D4E9-4573-A2CD-9B493EB86CF9}" dt="2025-06-15T18:54:11.239" v="1766" actId="478"/>
          <ac:picMkLst>
            <pc:docMk/>
            <pc:sldMk cId="3702875033" sldId="293"/>
            <ac:picMk id="7" creationId="{7279E8C1-02CF-4EBA-9103-7F804E96FA79}"/>
          </ac:picMkLst>
        </pc:picChg>
      </pc:sldChg>
      <pc:sldChg chg="addSp modSp add">
        <pc:chgData name="" userId="8bcc01cd6660d2ee" providerId="LiveId" clId="{46F50B70-D4E9-4573-A2CD-9B493EB86CF9}" dt="2025-06-17T17:30:38.244" v="2782" actId="20577"/>
        <pc:sldMkLst>
          <pc:docMk/>
          <pc:sldMk cId="1963198223" sldId="294"/>
        </pc:sldMkLst>
        <pc:spChg chg="add mod">
          <ac:chgData name="" userId="8bcc01cd6660d2ee" providerId="LiveId" clId="{46F50B70-D4E9-4573-A2CD-9B493EB86CF9}" dt="2025-06-17T06:48:24.949" v="2149" actId="14100"/>
          <ac:spMkLst>
            <pc:docMk/>
            <pc:sldMk cId="1963198223" sldId="294"/>
            <ac:spMk id="2" creationId="{EDDD43D0-CA40-4FF8-B85D-4E0C9FBB5AD5}"/>
          </ac:spMkLst>
        </pc:spChg>
        <pc:spChg chg="add mod">
          <ac:chgData name="" userId="8bcc01cd6660d2ee" providerId="LiveId" clId="{46F50B70-D4E9-4573-A2CD-9B493EB86CF9}" dt="2025-06-17T17:30:38.244" v="2782" actId="20577"/>
          <ac:spMkLst>
            <pc:docMk/>
            <pc:sldMk cId="1963198223" sldId="294"/>
            <ac:spMk id="3" creationId="{5DB8883C-5249-4144-ACF8-C83B2B460993}"/>
          </ac:spMkLst>
        </pc:spChg>
      </pc:sldChg>
      <pc:sldChg chg="addSp delSp modSp add ord">
        <pc:chgData name="" userId="8bcc01cd6660d2ee" providerId="LiveId" clId="{46F50B70-D4E9-4573-A2CD-9B493EB86CF9}" dt="2025-06-17T07:11:24.942" v="2686" actId="1076"/>
        <pc:sldMkLst>
          <pc:docMk/>
          <pc:sldMk cId="2174556100" sldId="295"/>
        </pc:sldMkLst>
        <pc:spChg chg="add mod">
          <ac:chgData name="" userId="8bcc01cd6660d2ee" providerId="LiveId" clId="{46F50B70-D4E9-4573-A2CD-9B493EB86CF9}" dt="2025-06-17T06:49:33.747" v="2197" actId="115"/>
          <ac:spMkLst>
            <pc:docMk/>
            <pc:sldMk cId="2174556100" sldId="295"/>
            <ac:spMk id="2" creationId="{B957A3EC-4080-4314-B5E4-905EB511F6CC}"/>
          </ac:spMkLst>
        </pc:spChg>
        <pc:spChg chg="add mod">
          <ac:chgData name="" userId="8bcc01cd6660d2ee" providerId="LiveId" clId="{46F50B70-D4E9-4573-A2CD-9B493EB86CF9}" dt="2025-06-17T07:11:24.942" v="2686" actId="1076"/>
          <ac:spMkLst>
            <pc:docMk/>
            <pc:sldMk cId="2174556100" sldId="295"/>
            <ac:spMk id="3" creationId="{F35BAECE-AF3E-497B-995D-13A93D250BFD}"/>
          </ac:spMkLst>
        </pc:spChg>
        <pc:spChg chg="add del mod">
          <ac:chgData name="" userId="8bcc01cd6660d2ee" providerId="LiveId" clId="{46F50B70-D4E9-4573-A2CD-9B493EB86CF9}" dt="2025-06-17T06:51:47.243" v="2206"/>
          <ac:spMkLst>
            <pc:docMk/>
            <pc:sldMk cId="2174556100" sldId="295"/>
            <ac:spMk id="4" creationId="{6A041FE8-D056-4416-8876-725EAA7F1602}"/>
          </ac:spMkLst>
        </pc:spChg>
      </pc:sldChg>
      <pc:sldMasterChg chg="delSldLayout">
        <pc:chgData name="" userId="8bcc01cd6660d2ee" providerId="LiveId" clId="{46F50B70-D4E9-4573-A2CD-9B493EB86CF9}" dt="2025-06-17T07:15:03.107" v="2695" actId="2696"/>
        <pc:sldMasterMkLst>
          <pc:docMk/>
          <pc:sldMasterMk cId="0" sldId="2147483648"/>
        </pc:sldMasterMkLst>
        <pc:sldLayoutChg chg="del">
          <pc:chgData name="" userId="8bcc01cd6660d2ee" providerId="LiveId" clId="{46F50B70-D4E9-4573-A2CD-9B493EB86CF9}" dt="2025-06-17T07:15:03.107" v="2695" actId="2696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sahil-sawant-0a13371b1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awantsahil19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-28281"/>
            <a:ext cx="12190815" cy="626999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5" y="3717986"/>
            <a:ext cx="724618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4800" b="1" i="0" u="none" strike="noStrike" cap="none" dirty="0">
                <a:solidFill>
                  <a:srgbClr val="FF7C80"/>
                </a:solidFill>
                <a:latin typeface="Britannic Bold" panose="020B0903060703020204" pitchFamily="34" charset="0"/>
                <a:ea typeface="Calibri"/>
                <a:cs typeface="Calibri"/>
                <a:sym typeface="Calibri"/>
              </a:rPr>
              <a:t>EMPLOYEE</a:t>
            </a:r>
            <a:r>
              <a:rPr lang="en-IN" sz="4800" b="1" dirty="0">
                <a:solidFill>
                  <a:srgbClr val="FF7C80"/>
                </a:solidFill>
                <a:latin typeface="Britannic Bold" panose="020B0903060703020204" pitchFamily="34" charset="0"/>
                <a:ea typeface="Calibri"/>
                <a:cs typeface="Calibri"/>
                <a:sym typeface="Calibri"/>
              </a:rPr>
              <a:t> </a:t>
            </a:r>
            <a:r>
              <a:rPr lang="en-IN" sz="4800" b="1" i="0" u="none" strike="noStrike" cap="none" dirty="0">
                <a:solidFill>
                  <a:srgbClr val="FF7C80"/>
                </a:solidFill>
                <a:latin typeface="Britannic Bold" panose="020B0903060703020204" pitchFamily="34" charset="0"/>
                <a:ea typeface="Calibri"/>
                <a:cs typeface="Calibri"/>
                <a:sym typeface="Calibri"/>
              </a:rPr>
              <a:t>MANAGEMENT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4800" b="1" i="0" u="none" strike="noStrike" cap="none" dirty="0">
                <a:solidFill>
                  <a:srgbClr val="969696"/>
                </a:solidFill>
                <a:latin typeface="Britannic Bold" panose="020B0903060703020204" pitchFamily="34" charset="0"/>
                <a:ea typeface="Calibri"/>
                <a:cs typeface="Calibri"/>
                <a:sym typeface="Calibri"/>
              </a:rPr>
              <a:t>SYSTEM</a:t>
            </a:r>
            <a:endParaRPr sz="4800" b="1" i="0" u="none" strike="noStrike" cap="none" dirty="0">
              <a:solidFill>
                <a:srgbClr val="969696"/>
              </a:solidFill>
              <a:latin typeface="Britannic Bold" panose="020B0903060703020204" pitchFamily="34" charset="0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7AE8A0-CEF0-4C09-A9D3-4D096C34001D}"/>
              </a:ext>
            </a:extLst>
          </p:cNvPr>
          <p:cNvSpPr txBox="1"/>
          <p:nvPr/>
        </p:nvSpPr>
        <p:spPr>
          <a:xfrm>
            <a:off x="5303362" y="5287606"/>
            <a:ext cx="15852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Sahil Sawant</a:t>
            </a: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(Batch #361)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562E70-ECA1-45EC-85EF-E77552C60632}"/>
              </a:ext>
            </a:extLst>
          </p:cNvPr>
          <p:cNvSpPr txBox="1"/>
          <p:nvPr/>
        </p:nvSpPr>
        <p:spPr>
          <a:xfrm>
            <a:off x="311085" y="6358040"/>
            <a:ext cx="2347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Mentored by:    Manisha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814154" y="1176289"/>
            <a:ext cx="9036855" cy="427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1600" b="1" i="0" u="none" strike="noStrike" cap="none" dirty="0">
                <a:solidFill>
                  <a:srgbClr val="FF7C80"/>
                </a:solidFill>
                <a:latin typeface="Calibri"/>
                <a:ea typeface="Calibri"/>
                <a:cs typeface="Calibri"/>
                <a:sym typeface="Calibri"/>
              </a:rPr>
              <a:t>Background ? </a:t>
            </a:r>
            <a:endParaRPr lang="en-IN" sz="1600" b="1" dirty="0">
              <a:solidFill>
                <a:srgbClr val="FF7C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Bachelor of Engineering (Mechanical)</a:t>
            </a:r>
          </a:p>
          <a:p>
            <a:pPr lvl="0" algn="just">
              <a:buClr>
                <a:schemeClr val="dk1"/>
              </a:buClr>
              <a:buSzPts val="1800"/>
            </a:pPr>
            <a:endParaRPr sz="1600" b="1" i="0" u="none" strike="noStrike" cap="none" dirty="0">
              <a:solidFill>
                <a:srgbClr val="FF7C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en-IN" sz="1600" b="1" i="0" u="none" strike="noStrike" cap="none" dirty="0">
                <a:solidFill>
                  <a:srgbClr val="FF7C80"/>
                </a:solidFill>
                <a:latin typeface="Calibri"/>
                <a:ea typeface="Calibri"/>
                <a:cs typeface="Calibri"/>
                <a:sym typeface="Calibri"/>
              </a:rPr>
              <a:t>Why </a:t>
            </a:r>
            <a:r>
              <a:rPr lang="en-IN" sz="1600" b="1" dirty="0">
                <a:solidFill>
                  <a:srgbClr val="FF7C80"/>
                </a:solidFill>
                <a:latin typeface="Calibri"/>
                <a:ea typeface="Calibri"/>
                <a:cs typeface="Calibri"/>
                <a:sym typeface="Calibri"/>
              </a:rPr>
              <a:t>did we</a:t>
            </a:r>
            <a:r>
              <a:rPr lang="en-IN" sz="1600" b="1" i="0" u="none" strike="noStrike" cap="none" dirty="0">
                <a:solidFill>
                  <a:srgbClr val="FF7C80"/>
                </a:solidFill>
                <a:latin typeface="Calibri"/>
                <a:ea typeface="Calibri"/>
                <a:cs typeface="Calibri"/>
                <a:sym typeface="Calibri"/>
              </a:rPr>
              <a:t> want to learn Data Science?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a working professional in the purchase departments, I had to deal with large amount of data on daily basis.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my profile, I had to make data driven decisions for a smooth functionality of supply chain.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hands-on exposure gradually ignited my interest in understanding how data could be leveraged more efficiently and intelligently.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experiences helped me in finding my passion in this profession.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en-IN" sz="1600" b="1" i="0" u="none" strike="noStrike" cap="none" dirty="0">
                <a:solidFill>
                  <a:srgbClr val="FF7C80"/>
                </a:solidFill>
                <a:latin typeface="Calibri"/>
                <a:ea typeface="Calibri"/>
                <a:cs typeface="Calibri"/>
                <a:sym typeface="Calibri"/>
              </a:rPr>
              <a:t>Any work experience?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Sahil Sawant: </a:t>
            </a:r>
            <a:r>
              <a:rPr lang="en-IN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2+ Years Experience as </a:t>
            </a:r>
            <a:r>
              <a:rPr lang="en-IN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Design and Purchase Engineer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rgbClr val="FF7C80"/>
                </a:solidFill>
                <a:latin typeface="Calibri"/>
                <a:ea typeface="Calibri"/>
                <a:cs typeface="Calibri"/>
                <a:sym typeface="Calibri"/>
              </a:rPr>
              <a:t>Share your LinkedIn and GitHub profile URLs: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LinkedIn : </a:t>
            </a:r>
            <a:r>
              <a:rPr lang="en-IN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http://www.linkedin.com/in/sahil-sawant-0a13371b1/</a:t>
            </a:r>
            <a:endParaRPr lang="en-IN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GitHub: </a:t>
            </a:r>
            <a:r>
              <a:rPr lang="en-IN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https://github.com/sawantsahil19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224896-CBD1-43D4-91CE-32C85B498E5D}"/>
              </a:ext>
            </a:extLst>
          </p:cNvPr>
          <p:cNvSpPr txBox="1"/>
          <p:nvPr/>
        </p:nvSpPr>
        <p:spPr>
          <a:xfrm flipH="1">
            <a:off x="334807" y="329939"/>
            <a:ext cx="5761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u="sng" dirty="0">
                <a:solidFill>
                  <a:srgbClr val="FF7C80"/>
                </a:solidFill>
                <a:latin typeface="Britannic Bold" panose="020B0903060703020204" pitchFamily="34" charset="0"/>
              </a:rPr>
              <a:t>About</a:t>
            </a:r>
            <a:r>
              <a:rPr lang="en-US" sz="3600" dirty="0"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969696"/>
                </a:solidFill>
                <a:latin typeface="Britannic Bold" panose="020B0903060703020204" pitchFamily="34" charset="0"/>
              </a:rPr>
              <a:t>me</a:t>
            </a:r>
            <a:r>
              <a:rPr lang="en-US" sz="3600" dirty="0">
                <a:solidFill>
                  <a:srgbClr val="969696"/>
                </a:solidFill>
                <a:latin typeface="Britannic Bold" panose="020B0903060703020204" pitchFamily="34" charset="0"/>
              </a:rPr>
              <a:t>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629707-6F0C-42FE-A29A-D5EEE4F6F087}"/>
              </a:ext>
            </a:extLst>
          </p:cNvPr>
          <p:cNvSpPr txBox="1"/>
          <p:nvPr/>
        </p:nvSpPr>
        <p:spPr>
          <a:xfrm flipH="1">
            <a:off x="334807" y="329939"/>
            <a:ext cx="5761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u="sng" dirty="0">
                <a:solidFill>
                  <a:srgbClr val="FF7C80"/>
                </a:solidFill>
                <a:latin typeface="Britannic Bold" panose="020B0903060703020204" pitchFamily="34" charset="0"/>
              </a:rPr>
              <a:t>Objective</a:t>
            </a:r>
            <a:r>
              <a:rPr lang="en-US" sz="3600" dirty="0"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969696"/>
                </a:solidFill>
                <a:latin typeface="Britannic Bold" panose="020B0903060703020204" pitchFamily="34" charset="0"/>
              </a:rPr>
              <a:t>of</a:t>
            </a:r>
            <a:r>
              <a:rPr lang="en-US" sz="3600" dirty="0">
                <a:solidFill>
                  <a:srgbClr val="969696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969696"/>
                </a:solidFill>
                <a:latin typeface="Britannic Bold" panose="020B0903060703020204" pitchFamily="34" charset="0"/>
              </a:rPr>
              <a:t>the</a:t>
            </a:r>
            <a:r>
              <a:rPr lang="en-US" sz="3600" dirty="0">
                <a:solidFill>
                  <a:srgbClr val="969696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969696"/>
                </a:solidFill>
                <a:latin typeface="Britannic Bold" panose="020B0903060703020204" pitchFamily="34" charset="0"/>
              </a:rPr>
              <a:t>Project</a:t>
            </a:r>
            <a:r>
              <a:rPr lang="en-US" sz="3600" dirty="0">
                <a:solidFill>
                  <a:srgbClr val="969696"/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DFB9AF2-3F24-4281-956B-C45F8B659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646" y="1300570"/>
            <a:ext cx="10309315" cy="1656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n-lt"/>
              </a:rPr>
              <a:t>Purpose: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aims to design and analyze an employee management system using a relational database. It helps track employee details, qualifications, payroll, and leave records efficiently, enabling better HR and departmental decision-making.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A84CDC3-44A2-4943-BE7E-502936321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645" y="3114597"/>
            <a:ext cx="10309315" cy="2730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300" b="1" dirty="0">
                <a:solidFill>
                  <a:srgbClr val="C00000"/>
                </a:solidFill>
                <a:latin typeface="Arial" panose="020B0604020202020204" pitchFamily="34" charset="0"/>
              </a:rPr>
              <a:t>Tools Used</a:t>
            </a:r>
            <a:r>
              <a:rPr kumimoji="0" lang="en-US" altLang="en-US" sz="2300" b="1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: 			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800" i="1" dirty="0">
                <a:solidFill>
                  <a:schemeClr val="tx1"/>
                </a:solidFill>
                <a:latin typeface="Arial" panose="020B0604020202020204" pitchFamily="34" charset="0"/>
              </a:rPr>
              <a:t>MySQL				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i="1" dirty="0">
                <a:solidFill>
                  <a:schemeClr val="tx1"/>
                </a:solidFill>
                <a:latin typeface="Arial" panose="020B0604020202020204" pitchFamily="34" charset="0"/>
              </a:rPr>
              <a:t>PowerPoint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300" b="1" dirty="0">
                <a:solidFill>
                  <a:srgbClr val="C00000"/>
                </a:solidFill>
                <a:latin typeface="Arial" panose="020B0604020202020204" pitchFamily="34" charset="0"/>
              </a:rPr>
              <a:t>Data Source:</a:t>
            </a: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i="1" dirty="0">
                <a:solidFill>
                  <a:schemeClr val="tx1"/>
                </a:solidFill>
                <a:latin typeface="Arial" panose="020B0604020202020204" pitchFamily="34" charset="0"/>
              </a:rPr>
              <a:t>CSV files</a:t>
            </a:r>
          </a:p>
        </p:txBody>
      </p:sp>
    </p:spTree>
    <p:extLst>
      <p:ext uri="{BB962C8B-B14F-4D97-AF65-F5344CB8AC3E}">
        <p14:creationId xmlns:p14="http://schemas.microsoft.com/office/powerpoint/2010/main" val="3857637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6325ED-6FE3-4665-B701-4B719CFF7AA6}"/>
              </a:ext>
            </a:extLst>
          </p:cNvPr>
          <p:cNvSpPr txBox="1"/>
          <p:nvPr/>
        </p:nvSpPr>
        <p:spPr>
          <a:xfrm flipH="1">
            <a:off x="334806" y="329939"/>
            <a:ext cx="10194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u="sng" dirty="0">
                <a:solidFill>
                  <a:srgbClr val="FF7C80"/>
                </a:solidFill>
                <a:latin typeface="Britannic Bold" panose="020B0903060703020204" pitchFamily="34" charset="0"/>
              </a:rPr>
              <a:t>ER</a:t>
            </a:r>
            <a:r>
              <a:rPr lang="en-US" sz="3600" dirty="0">
                <a:solidFill>
                  <a:srgbClr val="FF7C8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FF7C80"/>
                </a:solidFill>
                <a:latin typeface="Britannic Bold" panose="020B0903060703020204" pitchFamily="34" charset="0"/>
              </a:rPr>
              <a:t>Diagram</a:t>
            </a:r>
            <a:r>
              <a:rPr lang="en-US" sz="3600" dirty="0">
                <a:solidFill>
                  <a:srgbClr val="FF7C8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969696"/>
                </a:solidFill>
                <a:latin typeface="Britannic Bold" panose="020B0903060703020204" pitchFamily="34" charset="0"/>
              </a:rPr>
              <a:t>and</a:t>
            </a:r>
            <a:r>
              <a:rPr lang="en-US" sz="3600" dirty="0">
                <a:solidFill>
                  <a:srgbClr val="969696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969696"/>
                </a:solidFill>
                <a:latin typeface="Britannic Bold" panose="020B0903060703020204" pitchFamily="34" charset="0"/>
              </a:rPr>
              <a:t>Schema</a:t>
            </a:r>
            <a:r>
              <a:rPr lang="en-US" sz="3600" dirty="0">
                <a:solidFill>
                  <a:srgbClr val="969696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969696"/>
                </a:solidFill>
                <a:latin typeface="Britannic Bold" panose="020B0903060703020204" pitchFamily="34" charset="0"/>
              </a:rPr>
              <a:t>Explanation</a:t>
            </a:r>
            <a:r>
              <a:rPr lang="en-US" sz="3600" dirty="0">
                <a:solidFill>
                  <a:srgbClr val="969696"/>
                </a:solidFill>
                <a:latin typeface="Britannic Bold" panose="020B0903060703020204" pitchFamily="34" charset="0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8F59CB-376E-4700-A06C-E90B763562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4" r="4872"/>
          <a:stretch/>
        </p:blipFill>
        <p:spPr>
          <a:xfrm>
            <a:off x="989815" y="1138177"/>
            <a:ext cx="6353665" cy="5389884"/>
          </a:xfrm>
          <a:prstGeom prst="rect">
            <a:avLst/>
          </a:prstGeom>
          <a:ln w="12700">
            <a:solidFill>
              <a:srgbClr val="969696"/>
            </a:solidFill>
          </a:ln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915C9909-F88D-4980-A4B1-E07B6847E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9344" y="1065114"/>
            <a:ext cx="3525625" cy="4727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300" b="1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Cor</a:t>
            </a:r>
            <a:r>
              <a:rPr lang="en-US" altLang="en-US" sz="2300" b="1" dirty="0">
                <a:solidFill>
                  <a:srgbClr val="C00000"/>
                </a:solidFill>
                <a:latin typeface="Arial" panose="020B0604020202020204" pitchFamily="34" charset="0"/>
              </a:rPr>
              <a:t>relation:</a:t>
            </a:r>
            <a:r>
              <a:rPr kumimoji="0" lang="en-US" altLang="en-US" sz="2300" b="1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1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500" dirty="0"/>
              <a:t>This ER diagram represents the structure of an Employee Management System database.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sz="1500" b="1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dirty="0"/>
              <a:t>Includes key entities like Employee, Job Department, Qualification, Payroll, Leaves, and Salary Bonus.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500" dirty="0"/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500" dirty="0"/>
              <a:t>Relationships are established using foreign keys to link employee data with job roles, payroll, and leave records.</a:t>
            </a:r>
            <a:endParaRPr lang="en-US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046750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5E095A-7215-4702-BA4D-93B4B1043B48}"/>
              </a:ext>
            </a:extLst>
          </p:cNvPr>
          <p:cNvSpPr txBox="1"/>
          <p:nvPr/>
        </p:nvSpPr>
        <p:spPr>
          <a:xfrm flipH="1">
            <a:off x="334807" y="329939"/>
            <a:ext cx="5761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u="sng" dirty="0">
                <a:solidFill>
                  <a:srgbClr val="FF7C80"/>
                </a:solidFill>
                <a:latin typeface="Britannic Bold" panose="020B0903060703020204" pitchFamily="34" charset="0"/>
              </a:rPr>
              <a:t>Key</a:t>
            </a:r>
            <a:r>
              <a:rPr lang="en-US" sz="3600" dirty="0">
                <a:solidFill>
                  <a:srgbClr val="FF7C8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FF7C80"/>
                </a:solidFill>
                <a:latin typeface="Britannic Bold" panose="020B0903060703020204" pitchFamily="34" charset="0"/>
              </a:rPr>
              <a:t>Analysis</a:t>
            </a:r>
            <a:r>
              <a:rPr lang="en-US" sz="3600" dirty="0">
                <a:solidFill>
                  <a:srgbClr val="FF7C8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969696"/>
                </a:solidFill>
                <a:latin typeface="Britannic Bold" panose="020B0903060703020204" pitchFamily="34" charset="0"/>
              </a:rPr>
              <a:t>Questions</a:t>
            </a:r>
            <a:r>
              <a:rPr lang="en-US" sz="3600" dirty="0">
                <a:solidFill>
                  <a:srgbClr val="969696"/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84F3C-8771-41B4-9097-108620CA5137}"/>
              </a:ext>
            </a:extLst>
          </p:cNvPr>
          <p:cNvSpPr txBox="1"/>
          <p:nvPr/>
        </p:nvSpPr>
        <p:spPr>
          <a:xfrm flipH="1">
            <a:off x="890988" y="1141482"/>
            <a:ext cx="6301663" cy="4575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C00000"/>
                </a:solidFill>
              </a:rPr>
              <a:t> </a:t>
            </a:r>
            <a:r>
              <a:rPr lang="en-US" sz="2000" dirty="0">
                <a:solidFill>
                  <a:schemeClr val="tx1"/>
                </a:solidFill>
              </a:rPr>
              <a:t>EMPLOYEE INSIGHTS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JOB ROLE AND DEPARTMENT ANALYSIS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QUALIFICATION AND SKILLS ANALYSIS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LEAVE AND ABSENCE PATTERNS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PAYROLL AND COMPENSATION ANALYSIS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EMPLOYEE PERFORMANCE AND GROWTH</a:t>
            </a:r>
          </a:p>
        </p:txBody>
      </p:sp>
    </p:spTree>
    <p:extLst>
      <p:ext uri="{BB962C8B-B14F-4D97-AF65-F5344CB8AC3E}">
        <p14:creationId xmlns:p14="http://schemas.microsoft.com/office/powerpoint/2010/main" val="1621559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12FC86-1E84-46A6-AE86-8B3508AEFE5C}"/>
              </a:ext>
            </a:extLst>
          </p:cNvPr>
          <p:cNvSpPr txBox="1"/>
          <p:nvPr/>
        </p:nvSpPr>
        <p:spPr>
          <a:xfrm flipH="1">
            <a:off x="334807" y="320512"/>
            <a:ext cx="5761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1)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Employee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Insights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0B1C7-31B4-4DE2-A795-7A94B474C67C}"/>
              </a:ext>
            </a:extLst>
          </p:cNvPr>
          <p:cNvSpPr txBox="1"/>
          <p:nvPr/>
        </p:nvSpPr>
        <p:spPr>
          <a:xfrm flipH="1">
            <a:off x="788861" y="1121936"/>
            <a:ext cx="9118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1.1 How many unique employees are currently in the system?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044CC1-5EA3-47E7-ABC7-90D473997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279" y="2547749"/>
            <a:ext cx="8109527" cy="7322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5450E2-4DCB-4771-ABCB-DC2BAAFAEBCB}"/>
              </a:ext>
            </a:extLst>
          </p:cNvPr>
          <p:cNvSpPr txBox="1"/>
          <p:nvPr/>
        </p:nvSpPr>
        <p:spPr>
          <a:xfrm flipH="1">
            <a:off x="849194" y="3530611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Output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BD4BD9-24DB-481B-9FF5-C5800CC9A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437" y="4568732"/>
            <a:ext cx="2606777" cy="74232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84F560-6092-4E0D-AEAA-BA6F9B88E848}"/>
              </a:ext>
            </a:extLst>
          </p:cNvPr>
          <p:cNvSpPr txBox="1"/>
          <p:nvPr/>
        </p:nvSpPr>
        <p:spPr>
          <a:xfrm flipH="1">
            <a:off x="788861" y="1835428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Query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052009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8DA687-E705-486D-9216-C03ACB6F734D}"/>
              </a:ext>
            </a:extLst>
          </p:cNvPr>
          <p:cNvSpPr txBox="1"/>
          <p:nvPr/>
        </p:nvSpPr>
        <p:spPr>
          <a:xfrm flipH="1">
            <a:off x="732300" y="726011"/>
            <a:ext cx="9118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1.2 Which departments have the highest number of employees?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2D88D-0DF1-46A4-98DC-572EB8B96553}"/>
              </a:ext>
            </a:extLst>
          </p:cNvPr>
          <p:cNvSpPr txBox="1"/>
          <p:nvPr/>
        </p:nvSpPr>
        <p:spPr>
          <a:xfrm flipH="1">
            <a:off x="788861" y="1524817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Query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9AB10-A30E-4757-8F4A-F8983268C805}"/>
              </a:ext>
            </a:extLst>
          </p:cNvPr>
          <p:cNvSpPr txBox="1"/>
          <p:nvPr/>
        </p:nvSpPr>
        <p:spPr>
          <a:xfrm flipH="1">
            <a:off x="7202079" y="1524817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Output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B90543-849A-4ABF-A9EB-9A97EFBD1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61" y="2528399"/>
            <a:ext cx="5671217" cy="31182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045948-C33C-4294-A1CE-6420A9376D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32" t="3298" r="1053"/>
          <a:stretch/>
        </p:blipFill>
        <p:spPr>
          <a:xfrm>
            <a:off x="7645139" y="3129698"/>
            <a:ext cx="3044858" cy="102963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EF7EA5-F8BF-4D1D-832B-60435A4EBBDB}"/>
              </a:ext>
            </a:extLst>
          </p:cNvPr>
          <p:cNvCxnSpPr>
            <a:cxnSpLocks/>
          </p:cNvCxnSpPr>
          <p:nvPr/>
        </p:nvCxnSpPr>
        <p:spPr>
          <a:xfrm>
            <a:off x="6759019" y="2177592"/>
            <a:ext cx="0" cy="324282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801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8DA687-E705-486D-9216-C03ACB6F734D}"/>
              </a:ext>
            </a:extLst>
          </p:cNvPr>
          <p:cNvSpPr txBox="1"/>
          <p:nvPr/>
        </p:nvSpPr>
        <p:spPr>
          <a:xfrm flipH="1">
            <a:off x="732300" y="726011"/>
            <a:ext cx="9118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1.3 What is the average salary per department?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2D88D-0DF1-46A4-98DC-572EB8B96553}"/>
              </a:ext>
            </a:extLst>
          </p:cNvPr>
          <p:cNvSpPr txBox="1"/>
          <p:nvPr/>
        </p:nvSpPr>
        <p:spPr>
          <a:xfrm flipH="1">
            <a:off x="788861" y="1524817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Query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9AB10-A30E-4757-8F4A-F8983268C805}"/>
              </a:ext>
            </a:extLst>
          </p:cNvPr>
          <p:cNvSpPr txBox="1"/>
          <p:nvPr/>
        </p:nvSpPr>
        <p:spPr>
          <a:xfrm flipH="1">
            <a:off x="6655324" y="1524817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Output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EF7EA5-F8BF-4D1D-832B-60435A4EBBDB}"/>
              </a:ext>
            </a:extLst>
          </p:cNvPr>
          <p:cNvCxnSpPr>
            <a:cxnSpLocks/>
          </p:cNvCxnSpPr>
          <p:nvPr/>
        </p:nvCxnSpPr>
        <p:spPr>
          <a:xfrm>
            <a:off x="6096000" y="2271860"/>
            <a:ext cx="0" cy="324282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F28DAEB-80DF-4B92-90EE-D710B68E2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59" y="2531013"/>
            <a:ext cx="4966238" cy="24180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63FAA5-D3AD-43B9-A100-535EE2CF21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99" t="2040" r="1502" b="1670"/>
          <a:stretch/>
        </p:blipFill>
        <p:spPr>
          <a:xfrm>
            <a:off x="7437749" y="2667786"/>
            <a:ext cx="3091992" cy="246039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02154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8DA687-E705-486D-9216-C03ACB6F734D}"/>
              </a:ext>
            </a:extLst>
          </p:cNvPr>
          <p:cNvSpPr txBox="1"/>
          <p:nvPr/>
        </p:nvSpPr>
        <p:spPr>
          <a:xfrm flipH="1">
            <a:off x="788861" y="547360"/>
            <a:ext cx="9118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1.4 Who are the top 5 highest-paid employees?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2D88D-0DF1-46A4-98DC-572EB8B96553}"/>
              </a:ext>
            </a:extLst>
          </p:cNvPr>
          <p:cNvSpPr txBox="1"/>
          <p:nvPr/>
        </p:nvSpPr>
        <p:spPr>
          <a:xfrm flipH="1">
            <a:off x="788861" y="1222590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Query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9AB10-A30E-4757-8F4A-F8983268C805}"/>
              </a:ext>
            </a:extLst>
          </p:cNvPr>
          <p:cNvSpPr txBox="1"/>
          <p:nvPr/>
        </p:nvSpPr>
        <p:spPr>
          <a:xfrm flipH="1">
            <a:off x="788861" y="3348762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Output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B91F2F-DFF6-45EB-9471-9C9279678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494" y="2020368"/>
            <a:ext cx="9062146" cy="11148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5C8F38-C095-4653-BD47-485B08F66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668" y="3967889"/>
            <a:ext cx="3183920" cy="197099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43545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8DA687-E705-486D-9216-C03ACB6F734D}"/>
              </a:ext>
            </a:extLst>
          </p:cNvPr>
          <p:cNvSpPr txBox="1"/>
          <p:nvPr/>
        </p:nvSpPr>
        <p:spPr>
          <a:xfrm flipH="1">
            <a:off x="788861" y="547360"/>
            <a:ext cx="9118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1.5 What is the total salary expenditure across the company?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2D88D-0DF1-46A4-98DC-572EB8B96553}"/>
              </a:ext>
            </a:extLst>
          </p:cNvPr>
          <p:cNvSpPr txBox="1"/>
          <p:nvPr/>
        </p:nvSpPr>
        <p:spPr>
          <a:xfrm flipH="1">
            <a:off x="788861" y="1222590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Query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9AB10-A30E-4757-8F4A-F8983268C805}"/>
              </a:ext>
            </a:extLst>
          </p:cNvPr>
          <p:cNvSpPr txBox="1"/>
          <p:nvPr/>
        </p:nvSpPr>
        <p:spPr>
          <a:xfrm flipH="1">
            <a:off x="788861" y="3348762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Output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902562-FC72-4D68-8406-34F231FB7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157" y="2174203"/>
            <a:ext cx="5436113" cy="4616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DE93DB-D8AC-46E1-9263-18B6711934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96" t="6191" r="3807"/>
          <a:stretch/>
        </p:blipFill>
        <p:spPr>
          <a:xfrm>
            <a:off x="3346515" y="4449451"/>
            <a:ext cx="1923069" cy="92275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6347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12FC86-1E84-46A6-AE86-8B3508AEFE5C}"/>
              </a:ext>
            </a:extLst>
          </p:cNvPr>
          <p:cNvSpPr txBox="1"/>
          <p:nvPr/>
        </p:nvSpPr>
        <p:spPr>
          <a:xfrm flipH="1">
            <a:off x="334806" y="320512"/>
            <a:ext cx="8799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2)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JOB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ROLE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AND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DEPARTMENT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ANALYSIS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0B1C7-31B4-4DE2-A795-7A94B474C67C}"/>
              </a:ext>
            </a:extLst>
          </p:cNvPr>
          <p:cNvSpPr txBox="1"/>
          <p:nvPr/>
        </p:nvSpPr>
        <p:spPr>
          <a:xfrm flipH="1">
            <a:off x="788861" y="1131363"/>
            <a:ext cx="9118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2.1 How many different job roles exist in each department?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5450E2-4DCB-4771-ABCB-DC2BAAFAEBCB}"/>
              </a:ext>
            </a:extLst>
          </p:cNvPr>
          <p:cNvSpPr txBox="1"/>
          <p:nvPr/>
        </p:nvSpPr>
        <p:spPr>
          <a:xfrm flipH="1">
            <a:off x="849194" y="3530611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Output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84F560-6092-4E0D-AEAA-BA6F9B88E848}"/>
              </a:ext>
            </a:extLst>
          </p:cNvPr>
          <p:cNvSpPr txBox="1"/>
          <p:nvPr/>
        </p:nvSpPr>
        <p:spPr>
          <a:xfrm flipH="1">
            <a:off x="788861" y="1835428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Query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7714D0-B63B-4179-8549-15810C98C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522" y="2297093"/>
            <a:ext cx="7543667" cy="10302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D2AB2D-385E-49B3-BC79-1842C3CE8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43" t="2870"/>
          <a:stretch/>
        </p:blipFill>
        <p:spPr>
          <a:xfrm>
            <a:off x="2714920" y="3992276"/>
            <a:ext cx="2124655" cy="208332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65908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8DA687-E705-486D-9216-C03ACB6F734D}"/>
              </a:ext>
            </a:extLst>
          </p:cNvPr>
          <p:cNvSpPr txBox="1"/>
          <p:nvPr/>
        </p:nvSpPr>
        <p:spPr>
          <a:xfrm flipH="1">
            <a:off x="788861" y="547360"/>
            <a:ext cx="9118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2.2 What is the average salary range per department?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2D88D-0DF1-46A4-98DC-572EB8B96553}"/>
              </a:ext>
            </a:extLst>
          </p:cNvPr>
          <p:cNvSpPr txBox="1"/>
          <p:nvPr/>
        </p:nvSpPr>
        <p:spPr>
          <a:xfrm flipH="1">
            <a:off x="788861" y="1009025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Query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9AB10-A30E-4757-8F4A-F8983268C805}"/>
              </a:ext>
            </a:extLst>
          </p:cNvPr>
          <p:cNvSpPr txBox="1"/>
          <p:nvPr/>
        </p:nvSpPr>
        <p:spPr>
          <a:xfrm flipH="1">
            <a:off x="788861" y="3348762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Output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1F4852-5610-4CE4-965A-901A347E9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188" y="1470690"/>
            <a:ext cx="8219671" cy="17627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203233-2135-4D57-87C5-651A4FB47E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12" t="2852"/>
          <a:stretch/>
        </p:blipFill>
        <p:spPr>
          <a:xfrm>
            <a:off x="3026003" y="3874416"/>
            <a:ext cx="2102177" cy="226016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63579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8DA687-E705-486D-9216-C03ACB6F734D}"/>
              </a:ext>
            </a:extLst>
          </p:cNvPr>
          <p:cNvSpPr txBox="1"/>
          <p:nvPr/>
        </p:nvSpPr>
        <p:spPr>
          <a:xfrm flipH="1">
            <a:off x="788861" y="547360"/>
            <a:ext cx="9118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2.3 Which job roles offer the highest salary?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2D88D-0DF1-46A4-98DC-572EB8B96553}"/>
              </a:ext>
            </a:extLst>
          </p:cNvPr>
          <p:cNvSpPr txBox="1"/>
          <p:nvPr/>
        </p:nvSpPr>
        <p:spPr>
          <a:xfrm flipH="1">
            <a:off x="788861" y="1165797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Query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9AB10-A30E-4757-8F4A-F8983268C805}"/>
              </a:ext>
            </a:extLst>
          </p:cNvPr>
          <p:cNvSpPr txBox="1"/>
          <p:nvPr/>
        </p:nvSpPr>
        <p:spPr>
          <a:xfrm flipH="1">
            <a:off x="788861" y="3198167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Output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345E55-6190-4EDC-8534-443FE0AD8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189" y="1784235"/>
            <a:ext cx="6687904" cy="13092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525A48-6B58-4E5A-8257-4D2B3CC41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182" y="3868717"/>
            <a:ext cx="3429208" cy="186278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41274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8DA687-E705-486D-9216-C03ACB6F734D}"/>
              </a:ext>
            </a:extLst>
          </p:cNvPr>
          <p:cNvSpPr txBox="1"/>
          <p:nvPr/>
        </p:nvSpPr>
        <p:spPr>
          <a:xfrm flipH="1">
            <a:off x="788861" y="547360"/>
            <a:ext cx="9118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2.4 Which departments have the highest total salary allocation?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2D88D-0DF1-46A4-98DC-572EB8B96553}"/>
              </a:ext>
            </a:extLst>
          </p:cNvPr>
          <p:cNvSpPr txBox="1"/>
          <p:nvPr/>
        </p:nvSpPr>
        <p:spPr>
          <a:xfrm flipH="1">
            <a:off x="788861" y="1396629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Query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9AB10-A30E-4757-8F4A-F8983268C805}"/>
              </a:ext>
            </a:extLst>
          </p:cNvPr>
          <p:cNvSpPr txBox="1"/>
          <p:nvPr/>
        </p:nvSpPr>
        <p:spPr>
          <a:xfrm flipH="1">
            <a:off x="6096000" y="1165797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Output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C2A2F0-3BDE-444A-9350-27E705F32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61" y="2413623"/>
            <a:ext cx="4244583" cy="25165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694DDF-5B21-4451-92D6-861AB7A150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6" t="2856"/>
          <a:stretch/>
        </p:blipFill>
        <p:spPr>
          <a:xfrm>
            <a:off x="6457360" y="2677211"/>
            <a:ext cx="3742441" cy="225300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67DF1C-B5B5-4E07-B86D-9A6055F936EF}"/>
              </a:ext>
            </a:extLst>
          </p:cNvPr>
          <p:cNvCxnSpPr>
            <a:cxnSpLocks/>
          </p:cNvCxnSpPr>
          <p:nvPr/>
        </p:nvCxnSpPr>
        <p:spPr>
          <a:xfrm>
            <a:off x="5690647" y="2290714"/>
            <a:ext cx="0" cy="324282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3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12FC86-1E84-46A6-AE86-8B3508AEFE5C}"/>
              </a:ext>
            </a:extLst>
          </p:cNvPr>
          <p:cNvSpPr txBox="1"/>
          <p:nvPr/>
        </p:nvSpPr>
        <p:spPr>
          <a:xfrm flipH="1">
            <a:off x="334806" y="320512"/>
            <a:ext cx="8799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3)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QUALIFICATION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AND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SKILLS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ANALYSIS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0B1C7-31B4-4DE2-A795-7A94B474C67C}"/>
              </a:ext>
            </a:extLst>
          </p:cNvPr>
          <p:cNvSpPr txBox="1"/>
          <p:nvPr/>
        </p:nvSpPr>
        <p:spPr>
          <a:xfrm flipH="1">
            <a:off x="788861" y="1131363"/>
            <a:ext cx="9118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3.1 How many employees have at least one qualification listed?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5450E2-4DCB-4771-ABCB-DC2BAAFAEBCB}"/>
              </a:ext>
            </a:extLst>
          </p:cNvPr>
          <p:cNvSpPr txBox="1"/>
          <p:nvPr/>
        </p:nvSpPr>
        <p:spPr>
          <a:xfrm flipH="1">
            <a:off x="849194" y="3530611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Output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84F560-6092-4E0D-AEAA-BA6F9B88E848}"/>
              </a:ext>
            </a:extLst>
          </p:cNvPr>
          <p:cNvSpPr txBox="1"/>
          <p:nvPr/>
        </p:nvSpPr>
        <p:spPr>
          <a:xfrm flipH="1">
            <a:off x="788861" y="1835428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Query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E0ACB1-F35F-43E0-B09E-696BA7ECF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522" y="2297093"/>
            <a:ext cx="7231858" cy="10876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03A7DA-C7E0-41AD-9E5B-D0A4E0938B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54" t="3957"/>
          <a:stretch/>
        </p:blipFill>
        <p:spPr>
          <a:xfrm>
            <a:off x="2818613" y="4166647"/>
            <a:ext cx="2352651" cy="189039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72787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8DA687-E705-486D-9216-C03ACB6F734D}"/>
              </a:ext>
            </a:extLst>
          </p:cNvPr>
          <p:cNvSpPr txBox="1"/>
          <p:nvPr/>
        </p:nvSpPr>
        <p:spPr>
          <a:xfrm flipH="1">
            <a:off x="788861" y="547360"/>
            <a:ext cx="9118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3.2 Which positions require the most qualifications?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2D88D-0DF1-46A4-98DC-572EB8B96553}"/>
              </a:ext>
            </a:extLst>
          </p:cNvPr>
          <p:cNvSpPr txBox="1"/>
          <p:nvPr/>
        </p:nvSpPr>
        <p:spPr>
          <a:xfrm flipH="1">
            <a:off x="788861" y="1165797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Query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9AB10-A30E-4757-8F4A-F8983268C805}"/>
              </a:ext>
            </a:extLst>
          </p:cNvPr>
          <p:cNvSpPr txBox="1"/>
          <p:nvPr/>
        </p:nvSpPr>
        <p:spPr>
          <a:xfrm flipH="1">
            <a:off x="788861" y="3198167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Output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C22DD7-1B63-40E5-A35B-54D90A469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444" y="1636228"/>
            <a:ext cx="6991539" cy="15619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AE6F17-7C4A-4E3B-815F-F052442C7D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0" t="1755"/>
          <a:stretch/>
        </p:blipFill>
        <p:spPr>
          <a:xfrm>
            <a:off x="2516957" y="3987538"/>
            <a:ext cx="3907210" cy="191364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13766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8DA687-E705-486D-9216-C03ACB6F734D}"/>
              </a:ext>
            </a:extLst>
          </p:cNvPr>
          <p:cNvSpPr txBox="1"/>
          <p:nvPr/>
        </p:nvSpPr>
        <p:spPr>
          <a:xfrm flipH="1">
            <a:off x="788861" y="547360"/>
            <a:ext cx="9118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3.3 Which employees have the highest number of qualifications?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2D88D-0DF1-46A4-98DC-572EB8B96553}"/>
              </a:ext>
            </a:extLst>
          </p:cNvPr>
          <p:cNvSpPr txBox="1"/>
          <p:nvPr/>
        </p:nvSpPr>
        <p:spPr>
          <a:xfrm flipH="1">
            <a:off x="788861" y="1165797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Query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9AB10-A30E-4757-8F4A-F8983268C805}"/>
              </a:ext>
            </a:extLst>
          </p:cNvPr>
          <p:cNvSpPr txBox="1"/>
          <p:nvPr/>
        </p:nvSpPr>
        <p:spPr>
          <a:xfrm flipH="1">
            <a:off x="788861" y="3198167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Output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36BDC2-AFBB-48FA-94E3-82FFF325F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189" y="1718246"/>
            <a:ext cx="6326642" cy="12134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5F66B4-6364-4B70-89A4-9C082B9E65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49" t="3739"/>
          <a:stretch/>
        </p:blipFill>
        <p:spPr>
          <a:xfrm>
            <a:off x="2507530" y="3846179"/>
            <a:ext cx="2472918" cy="197015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18009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12FC86-1E84-46A6-AE86-8B3508AEFE5C}"/>
              </a:ext>
            </a:extLst>
          </p:cNvPr>
          <p:cNvSpPr txBox="1"/>
          <p:nvPr/>
        </p:nvSpPr>
        <p:spPr>
          <a:xfrm flipH="1">
            <a:off x="334806" y="320512"/>
            <a:ext cx="8799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4)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LEAVE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AND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ABSENCE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PATTERNS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0B1C7-31B4-4DE2-A795-7A94B474C67C}"/>
              </a:ext>
            </a:extLst>
          </p:cNvPr>
          <p:cNvSpPr txBox="1"/>
          <p:nvPr/>
        </p:nvSpPr>
        <p:spPr>
          <a:xfrm flipH="1">
            <a:off x="788861" y="1131363"/>
            <a:ext cx="9118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4.1 Which year had the most employees taking leaves?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5450E2-4DCB-4771-ABCB-DC2BAAFAEBCB}"/>
              </a:ext>
            </a:extLst>
          </p:cNvPr>
          <p:cNvSpPr txBox="1"/>
          <p:nvPr/>
        </p:nvSpPr>
        <p:spPr>
          <a:xfrm flipH="1">
            <a:off x="788861" y="3688066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Output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84F560-6092-4E0D-AEAA-BA6F9B88E848}"/>
              </a:ext>
            </a:extLst>
          </p:cNvPr>
          <p:cNvSpPr txBox="1"/>
          <p:nvPr/>
        </p:nvSpPr>
        <p:spPr>
          <a:xfrm flipH="1">
            <a:off x="788861" y="1835428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Query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D3DADD-639B-463D-B951-30EA3B743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672" y="2297093"/>
            <a:ext cx="7598325" cy="12075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EBC3E4-8CAF-466F-BE8F-D4A5F9F43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240" y="4522532"/>
            <a:ext cx="4231055" cy="89981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36311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8DA687-E705-486D-9216-C03ACB6F734D}"/>
              </a:ext>
            </a:extLst>
          </p:cNvPr>
          <p:cNvSpPr txBox="1"/>
          <p:nvPr/>
        </p:nvSpPr>
        <p:spPr>
          <a:xfrm flipH="1">
            <a:off x="788860" y="547360"/>
            <a:ext cx="9806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4.2 What is the average number of leave days taken by its employees per department?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2D88D-0DF1-46A4-98DC-572EB8B96553}"/>
              </a:ext>
            </a:extLst>
          </p:cNvPr>
          <p:cNvSpPr txBox="1"/>
          <p:nvPr/>
        </p:nvSpPr>
        <p:spPr>
          <a:xfrm flipH="1">
            <a:off x="788861" y="1595764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Query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9AB10-A30E-4757-8F4A-F8983268C805}"/>
              </a:ext>
            </a:extLst>
          </p:cNvPr>
          <p:cNvSpPr txBox="1"/>
          <p:nvPr/>
        </p:nvSpPr>
        <p:spPr>
          <a:xfrm flipH="1">
            <a:off x="6814082" y="1595763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Output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437730-7906-4BF9-9ACE-AD164C0B0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60" y="2791883"/>
            <a:ext cx="5706553" cy="222317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6F27E4-8560-42D6-8ECD-6B87B2125491}"/>
              </a:ext>
            </a:extLst>
          </p:cNvPr>
          <p:cNvCxnSpPr>
            <a:cxnSpLocks/>
          </p:cNvCxnSpPr>
          <p:nvPr/>
        </p:nvCxnSpPr>
        <p:spPr>
          <a:xfrm>
            <a:off x="6614474" y="2290714"/>
            <a:ext cx="0" cy="324282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1DB38D2-5C13-4B45-8DE9-E69804729A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0"/>
          <a:stretch/>
        </p:blipFill>
        <p:spPr>
          <a:xfrm>
            <a:off x="7607431" y="2660177"/>
            <a:ext cx="2705488" cy="260206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26753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8DA687-E705-486D-9216-C03ACB6F734D}"/>
              </a:ext>
            </a:extLst>
          </p:cNvPr>
          <p:cNvSpPr txBox="1"/>
          <p:nvPr/>
        </p:nvSpPr>
        <p:spPr>
          <a:xfrm flipH="1">
            <a:off x="788860" y="547360"/>
            <a:ext cx="9806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4.3 Which employees have taken the most leaves?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2D88D-0DF1-46A4-98DC-572EB8B96553}"/>
              </a:ext>
            </a:extLst>
          </p:cNvPr>
          <p:cNvSpPr txBox="1"/>
          <p:nvPr/>
        </p:nvSpPr>
        <p:spPr>
          <a:xfrm flipH="1">
            <a:off x="857234" y="1190412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Query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9AB10-A30E-4757-8F4A-F8983268C805}"/>
              </a:ext>
            </a:extLst>
          </p:cNvPr>
          <p:cNvSpPr txBox="1"/>
          <p:nvPr/>
        </p:nvSpPr>
        <p:spPr>
          <a:xfrm flipH="1">
            <a:off x="788861" y="3576988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Output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CDAD5B-1C42-447B-B9B9-F173B9C47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189" y="1737721"/>
            <a:ext cx="6850087" cy="17620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7EC990-36FB-4419-9B04-51C5D5DCE6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2104562" y="4132311"/>
            <a:ext cx="4214358" cy="173375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48560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8DA687-E705-486D-9216-C03ACB6F734D}"/>
              </a:ext>
            </a:extLst>
          </p:cNvPr>
          <p:cNvSpPr txBox="1"/>
          <p:nvPr/>
        </p:nvSpPr>
        <p:spPr>
          <a:xfrm flipH="1">
            <a:off x="788860" y="547360"/>
            <a:ext cx="9806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4.4 What is the total number of leave days taken company-wide?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2D88D-0DF1-46A4-98DC-572EB8B96553}"/>
              </a:ext>
            </a:extLst>
          </p:cNvPr>
          <p:cNvSpPr txBox="1"/>
          <p:nvPr/>
        </p:nvSpPr>
        <p:spPr>
          <a:xfrm flipH="1">
            <a:off x="857234" y="1322387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Query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9AB10-A30E-4757-8F4A-F8983268C805}"/>
              </a:ext>
            </a:extLst>
          </p:cNvPr>
          <p:cNvSpPr txBox="1"/>
          <p:nvPr/>
        </p:nvSpPr>
        <p:spPr>
          <a:xfrm flipH="1">
            <a:off x="788861" y="3576988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Output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9D0C2C-97D9-4572-99D0-9B228978A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401" y="2236502"/>
            <a:ext cx="6373389" cy="393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140288-7549-4FBB-9D45-53DD7BCD13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24"/>
          <a:stretch/>
        </p:blipFill>
        <p:spPr>
          <a:xfrm>
            <a:off x="3544478" y="4450929"/>
            <a:ext cx="2551522" cy="101314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38077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8DA687-E705-486D-9216-C03ACB6F734D}"/>
              </a:ext>
            </a:extLst>
          </p:cNvPr>
          <p:cNvSpPr txBox="1"/>
          <p:nvPr/>
        </p:nvSpPr>
        <p:spPr>
          <a:xfrm flipH="1">
            <a:off x="572043" y="396144"/>
            <a:ext cx="9806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4.5 How do leave days correlate with payroll amounts?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2D88D-0DF1-46A4-98DC-572EB8B96553}"/>
              </a:ext>
            </a:extLst>
          </p:cNvPr>
          <p:cNvSpPr txBox="1"/>
          <p:nvPr/>
        </p:nvSpPr>
        <p:spPr>
          <a:xfrm flipH="1">
            <a:off x="788860" y="968882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Query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9AB10-A30E-4757-8F4A-F8983268C805}"/>
              </a:ext>
            </a:extLst>
          </p:cNvPr>
          <p:cNvSpPr txBox="1"/>
          <p:nvPr/>
        </p:nvSpPr>
        <p:spPr>
          <a:xfrm flipH="1">
            <a:off x="788860" y="4226956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Output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BE598D-738B-4CE9-A2F8-68F053A1E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870" y="1354939"/>
            <a:ext cx="7230360" cy="27762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B32B72-623A-47F1-8EDB-793205621D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5" t="4487"/>
          <a:stretch/>
        </p:blipFill>
        <p:spPr>
          <a:xfrm>
            <a:off x="2243578" y="4688621"/>
            <a:ext cx="6194251" cy="128364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42881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12FC86-1E84-46A6-AE86-8B3508AEFE5C}"/>
              </a:ext>
            </a:extLst>
          </p:cNvPr>
          <p:cNvSpPr txBox="1"/>
          <p:nvPr/>
        </p:nvSpPr>
        <p:spPr>
          <a:xfrm flipH="1">
            <a:off x="334805" y="320512"/>
            <a:ext cx="9497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5)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PAYROLL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AND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COMPENSATION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ANALYSIS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0B1C7-31B4-4DE2-A795-7A94B474C67C}"/>
              </a:ext>
            </a:extLst>
          </p:cNvPr>
          <p:cNvSpPr txBox="1"/>
          <p:nvPr/>
        </p:nvSpPr>
        <p:spPr>
          <a:xfrm flipH="1">
            <a:off x="788861" y="1131363"/>
            <a:ext cx="9118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5.1 What is the total monthly payroll processed?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5450E2-4DCB-4771-ABCB-DC2BAAFAEBCB}"/>
              </a:ext>
            </a:extLst>
          </p:cNvPr>
          <p:cNvSpPr txBox="1"/>
          <p:nvPr/>
        </p:nvSpPr>
        <p:spPr>
          <a:xfrm flipH="1">
            <a:off x="788861" y="3688066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Output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84F560-6092-4E0D-AEAA-BA6F9B88E848}"/>
              </a:ext>
            </a:extLst>
          </p:cNvPr>
          <p:cNvSpPr txBox="1"/>
          <p:nvPr/>
        </p:nvSpPr>
        <p:spPr>
          <a:xfrm flipH="1">
            <a:off x="788861" y="1835428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Query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05DA93-2740-453E-8E06-09E335B9B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189" y="2626824"/>
            <a:ext cx="7307728" cy="3803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79E8C1-02CF-4EBA-9103-7F804E96FA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46"/>
          <a:stretch/>
        </p:blipFill>
        <p:spPr>
          <a:xfrm>
            <a:off x="3318235" y="4593854"/>
            <a:ext cx="2469823" cy="96344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71127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8DA687-E705-486D-9216-C03ACB6F734D}"/>
              </a:ext>
            </a:extLst>
          </p:cNvPr>
          <p:cNvSpPr txBox="1"/>
          <p:nvPr/>
        </p:nvSpPr>
        <p:spPr>
          <a:xfrm flipH="1">
            <a:off x="788860" y="547360"/>
            <a:ext cx="9806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5.2 What is the average bonus given per department?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2D88D-0DF1-46A4-98DC-572EB8B96553}"/>
              </a:ext>
            </a:extLst>
          </p:cNvPr>
          <p:cNvSpPr txBox="1"/>
          <p:nvPr/>
        </p:nvSpPr>
        <p:spPr>
          <a:xfrm flipH="1">
            <a:off x="788860" y="1452521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Query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9AB10-A30E-4757-8F4A-F8983268C805}"/>
              </a:ext>
            </a:extLst>
          </p:cNvPr>
          <p:cNvSpPr txBox="1"/>
          <p:nvPr/>
        </p:nvSpPr>
        <p:spPr>
          <a:xfrm flipH="1">
            <a:off x="7199088" y="1452520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Output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1D8643-54BE-41C9-B2BA-5595730D6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60" y="2819348"/>
            <a:ext cx="6083280" cy="16289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1D52FD-1430-4EE3-B001-4DD5E56A42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6" t="1010" b="1"/>
          <a:stretch/>
        </p:blipFill>
        <p:spPr>
          <a:xfrm>
            <a:off x="7748833" y="2605777"/>
            <a:ext cx="2572263" cy="227198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2023AC7-D19E-4948-99B9-66577F8BC9E1}"/>
              </a:ext>
            </a:extLst>
          </p:cNvPr>
          <p:cNvCxnSpPr>
            <a:cxnSpLocks/>
          </p:cNvCxnSpPr>
          <p:nvPr/>
        </p:nvCxnSpPr>
        <p:spPr>
          <a:xfrm>
            <a:off x="7019827" y="2158739"/>
            <a:ext cx="0" cy="324282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8469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8DA687-E705-486D-9216-C03ACB6F734D}"/>
              </a:ext>
            </a:extLst>
          </p:cNvPr>
          <p:cNvSpPr txBox="1"/>
          <p:nvPr/>
        </p:nvSpPr>
        <p:spPr>
          <a:xfrm flipH="1">
            <a:off x="788860" y="547360"/>
            <a:ext cx="9806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5.3 Which department receives the highest total bonuses?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2D88D-0DF1-46A4-98DC-572EB8B96553}"/>
              </a:ext>
            </a:extLst>
          </p:cNvPr>
          <p:cNvSpPr txBox="1"/>
          <p:nvPr/>
        </p:nvSpPr>
        <p:spPr>
          <a:xfrm flipH="1">
            <a:off x="857234" y="1322387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Query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9AB10-A30E-4757-8F4A-F8983268C805}"/>
              </a:ext>
            </a:extLst>
          </p:cNvPr>
          <p:cNvSpPr txBox="1"/>
          <p:nvPr/>
        </p:nvSpPr>
        <p:spPr>
          <a:xfrm flipH="1">
            <a:off x="857234" y="3792209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Output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FC5F1E-8784-4E22-BE13-4E34355FB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705" y="1784052"/>
            <a:ext cx="6378613" cy="18657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95A247-5D26-4BF2-9EF2-C270645BF9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46" t="5760"/>
          <a:stretch/>
        </p:blipFill>
        <p:spPr>
          <a:xfrm>
            <a:off x="2856322" y="4666267"/>
            <a:ext cx="3239678" cy="71746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478780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8DA687-E705-486D-9216-C03ACB6F734D}"/>
              </a:ext>
            </a:extLst>
          </p:cNvPr>
          <p:cNvSpPr txBox="1"/>
          <p:nvPr/>
        </p:nvSpPr>
        <p:spPr>
          <a:xfrm flipH="1">
            <a:off x="477775" y="511791"/>
            <a:ext cx="11403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5.4 What is the average value of total_amount after considering leave deductions?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2D88D-0DF1-46A4-98DC-572EB8B96553}"/>
              </a:ext>
            </a:extLst>
          </p:cNvPr>
          <p:cNvSpPr txBox="1"/>
          <p:nvPr/>
        </p:nvSpPr>
        <p:spPr>
          <a:xfrm flipH="1">
            <a:off x="857234" y="1374976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Query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9AB10-A30E-4757-8F4A-F8983268C805}"/>
              </a:ext>
            </a:extLst>
          </p:cNvPr>
          <p:cNvSpPr txBox="1"/>
          <p:nvPr/>
        </p:nvSpPr>
        <p:spPr>
          <a:xfrm flipH="1">
            <a:off x="8191288" y="1374976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Output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47322F-750B-4B30-B013-63674A463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34" y="2202072"/>
            <a:ext cx="6953026" cy="29543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E69A0E-ECC0-4E9A-ADBF-49A7943A01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24" t="25614"/>
          <a:stretch/>
        </p:blipFill>
        <p:spPr>
          <a:xfrm>
            <a:off x="8672660" y="3132056"/>
            <a:ext cx="2321990" cy="59388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8CE240-BCA0-4955-835A-B114F82F119F}"/>
              </a:ext>
            </a:extLst>
          </p:cNvPr>
          <p:cNvCxnSpPr>
            <a:cxnSpLocks/>
          </p:cNvCxnSpPr>
          <p:nvPr/>
        </p:nvCxnSpPr>
        <p:spPr>
          <a:xfrm>
            <a:off x="7971934" y="2202072"/>
            <a:ext cx="0" cy="324282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69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12FC86-1E84-46A6-AE86-8B3508AEFE5C}"/>
              </a:ext>
            </a:extLst>
          </p:cNvPr>
          <p:cNvSpPr txBox="1"/>
          <p:nvPr/>
        </p:nvSpPr>
        <p:spPr>
          <a:xfrm flipH="1">
            <a:off x="334805" y="320512"/>
            <a:ext cx="9497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6)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EMPLOYEE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PERFORMANCE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AND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C00000"/>
                </a:solidFill>
                <a:latin typeface="Britannic Bold" panose="020B0903060703020204" pitchFamily="34" charset="0"/>
              </a:rPr>
              <a:t>GROWTH</a:t>
            </a:r>
            <a:r>
              <a:rPr lang="en-US" sz="3600" dirty="0">
                <a:solidFill>
                  <a:srgbClr val="C00000"/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0B1C7-31B4-4DE2-A795-7A94B474C67C}"/>
              </a:ext>
            </a:extLst>
          </p:cNvPr>
          <p:cNvSpPr txBox="1"/>
          <p:nvPr/>
        </p:nvSpPr>
        <p:spPr>
          <a:xfrm flipH="1">
            <a:off x="788861" y="1131363"/>
            <a:ext cx="9118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6.1 Which year had the highest number of employee promotions?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5450E2-4DCB-4771-ABCB-DC2BAAFAEBCB}"/>
              </a:ext>
            </a:extLst>
          </p:cNvPr>
          <p:cNvSpPr txBox="1"/>
          <p:nvPr/>
        </p:nvSpPr>
        <p:spPr>
          <a:xfrm flipH="1">
            <a:off x="788861" y="3688066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Output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84F560-6092-4E0D-AEAA-BA6F9B88E848}"/>
              </a:ext>
            </a:extLst>
          </p:cNvPr>
          <p:cNvSpPr txBox="1"/>
          <p:nvPr/>
        </p:nvSpPr>
        <p:spPr>
          <a:xfrm flipH="1">
            <a:off x="788861" y="1835428"/>
            <a:ext cx="124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Query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AB7E3E-A9BA-411C-9882-6A47FB7A5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221" y="2032941"/>
            <a:ext cx="6024245" cy="1655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97D662-1E09-467B-AB30-34BF279E26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45" t="17332"/>
          <a:stretch/>
        </p:blipFill>
        <p:spPr>
          <a:xfrm>
            <a:off x="3063711" y="4769962"/>
            <a:ext cx="3159720" cy="66930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028750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57A3EC-4080-4314-B5E4-905EB511F6CC}"/>
              </a:ext>
            </a:extLst>
          </p:cNvPr>
          <p:cNvSpPr txBox="1"/>
          <p:nvPr/>
        </p:nvSpPr>
        <p:spPr>
          <a:xfrm flipH="1">
            <a:off x="334805" y="329939"/>
            <a:ext cx="560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u="sng" dirty="0">
                <a:solidFill>
                  <a:srgbClr val="FF7C80"/>
                </a:solidFill>
                <a:latin typeface="Britannic Bold" panose="020B0903060703020204" pitchFamily="34" charset="0"/>
              </a:rPr>
              <a:t>Key</a:t>
            </a:r>
            <a:r>
              <a:rPr lang="en-US" sz="3600" dirty="0">
                <a:solidFill>
                  <a:srgbClr val="FF7C8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FF7C80"/>
                </a:solidFill>
                <a:latin typeface="Britannic Bold" panose="020B0903060703020204" pitchFamily="34" charset="0"/>
              </a:rPr>
              <a:t>Business</a:t>
            </a:r>
            <a:r>
              <a:rPr lang="en-US" sz="3600" dirty="0">
                <a:solidFill>
                  <a:srgbClr val="FF7C80"/>
                </a:solidFill>
                <a:latin typeface="Britannic Bold" panose="020B0903060703020204" pitchFamily="34" charset="0"/>
              </a:rPr>
              <a:t> </a:t>
            </a:r>
            <a:r>
              <a:rPr lang="en-US" sz="3600" u="sng" dirty="0">
                <a:solidFill>
                  <a:srgbClr val="969696"/>
                </a:solidFill>
                <a:latin typeface="Britannic Bold" panose="020B0903060703020204" pitchFamily="34" charset="0"/>
              </a:rPr>
              <a:t>Insights</a:t>
            </a:r>
            <a:r>
              <a:rPr lang="en-US" sz="3600" dirty="0">
                <a:solidFill>
                  <a:srgbClr val="969696"/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5BAECE-AF3E-497B-995D-13A93D250BFD}"/>
              </a:ext>
            </a:extLst>
          </p:cNvPr>
          <p:cNvSpPr txBox="1"/>
          <p:nvPr/>
        </p:nvSpPr>
        <p:spPr>
          <a:xfrm>
            <a:off x="846131" y="1330990"/>
            <a:ext cx="10005535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Departments like </a:t>
            </a:r>
            <a:r>
              <a:rPr lang="en-US" sz="1800" b="1" dirty="0"/>
              <a:t>Finance</a:t>
            </a:r>
            <a:r>
              <a:rPr lang="en-US" sz="1800" dirty="0"/>
              <a:t> and </a:t>
            </a:r>
            <a:r>
              <a:rPr lang="en-US" sz="1800" b="1" dirty="0"/>
              <a:t>IT</a:t>
            </a:r>
            <a:r>
              <a:rPr lang="en-US" sz="1800" dirty="0"/>
              <a:t> have the highest employee count, indicating strong reliance on these functions. Certain departments like </a:t>
            </a:r>
            <a:r>
              <a:rPr lang="en-US" sz="1800" b="1" dirty="0"/>
              <a:t>Legal</a:t>
            </a:r>
            <a:r>
              <a:rPr lang="en-US" sz="1800" dirty="0"/>
              <a:t> have fewer employees, possibly indicating limited scope or need.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Departments like </a:t>
            </a:r>
            <a:r>
              <a:rPr lang="en-US" sz="1800" b="1" dirty="0"/>
              <a:t>Legal</a:t>
            </a:r>
            <a:r>
              <a:rPr lang="en-US" sz="1800" dirty="0"/>
              <a:t> and </a:t>
            </a:r>
            <a:r>
              <a:rPr lang="en-US" sz="1800" b="1" dirty="0"/>
              <a:t>Engineering</a:t>
            </a:r>
            <a:r>
              <a:rPr lang="en-US" sz="1800" dirty="0"/>
              <a:t> have the highest average salaries in the company.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The company spends approximately </a:t>
            </a:r>
            <a:r>
              <a:rPr lang="en-US" sz="1800" b="1" dirty="0"/>
              <a:t>$52 million </a:t>
            </a:r>
            <a:r>
              <a:rPr lang="en-US" sz="1800" dirty="0"/>
              <a:t>annually on employee salaries.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The year </a:t>
            </a:r>
            <a:r>
              <a:rPr lang="en-US" sz="1800" b="1" dirty="0"/>
              <a:t>2024</a:t>
            </a:r>
            <a:r>
              <a:rPr lang="en-US" sz="1800" dirty="0"/>
              <a:t> saw the highest number of leave records with majority of leaves taken by employees from the </a:t>
            </a:r>
            <a:r>
              <a:rPr lang="en-US" sz="1800" b="1" dirty="0"/>
              <a:t>Legal</a:t>
            </a:r>
            <a:r>
              <a:rPr lang="en-US" sz="1800" dirty="0"/>
              <a:t>, </a:t>
            </a:r>
            <a:r>
              <a:rPr lang="en-US" sz="1800" b="1" dirty="0"/>
              <a:t>Engineering</a:t>
            </a:r>
            <a:r>
              <a:rPr lang="en-US" sz="1800" dirty="0"/>
              <a:t>, and </a:t>
            </a:r>
            <a:r>
              <a:rPr lang="en-US" sz="1800" b="1" dirty="0"/>
              <a:t>Marketing</a:t>
            </a:r>
            <a:r>
              <a:rPr lang="en-US" sz="1800" dirty="0"/>
              <a:t> departments.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 clear </a:t>
            </a:r>
            <a:r>
              <a:rPr lang="en-US" sz="1800" b="1" dirty="0"/>
              <a:t>negative correlation </a:t>
            </a:r>
            <a:r>
              <a:rPr lang="en-US" sz="1800" dirty="0"/>
              <a:t>can be seen between </a:t>
            </a:r>
            <a:r>
              <a:rPr lang="en-US" sz="1800" b="1" dirty="0"/>
              <a:t>Leave Count </a:t>
            </a:r>
            <a:r>
              <a:rPr lang="en-US" sz="1800" dirty="0"/>
              <a:t>and </a:t>
            </a:r>
            <a:r>
              <a:rPr lang="en-US" sz="1800" b="1" dirty="0"/>
              <a:t>Take-Home Salary</a:t>
            </a:r>
            <a:r>
              <a:rPr lang="en-US" sz="18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Bonuses are concentrated in specific departments like </a:t>
            </a:r>
            <a:r>
              <a:rPr lang="en-US" sz="1800" b="1" dirty="0"/>
              <a:t>Finance</a:t>
            </a:r>
            <a:r>
              <a:rPr lang="en-US" sz="1800" dirty="0"/>
              <a:t> and </a:t>
            </a:r>
            <a:r>
              <a:rPr lang="en-US" sz="1800" b="1" dirty="0"/>
              <a:t>IT</a:t>
            </a:r>
            <a:r>
              <a:rPr lang="en-US" sz="1800" dirty="0"/>
              <a:t>. This can indicate performance-based rewards or retention efforts.</a:t>
            </a:r>
          </a:p>
        </p:txBody>
      </p:sp>
    </p:spTree>
    <p:extLst>
      <p:ext uri="{BB962C8B-B14F-4D97-AF65-F5344CB8AC3E}">
        <p14:creationId xmlns:p14="http://schemas.microsoft.com/office/powerpoint/2010/main" val="21745561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DD43D0-CA40-4FF8-B85D-4E0C9FBB5AD5}"/>
              </a:ext>
            </a:extLst>
          </p:cNvPr>
          <p:cNvSpPr txBox="1"/>
          <p:nvPr/>
        </p:nvSpPr>
        <p:spPr>
          <a:xfrm flipH="1">
            <a:off x="334806" y="329939"/>
            <a:ext cx="3134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u="sng" dirty="0">
                <a:solidFill>
                  <a:srgbClr val="FF7C80"/>
                </a:solidFill>
                <a:latin typeface="Britannic Bold" panose="020B0903060703020204" pitchFamily="34" charset="0"/>
              </a:rPr>
              <a:t>Conclusion</a:t>
            </a:r>
            <a:r>
              <a:rPr lang="en-US" sz="3600" dirty="0">
                <a:solidFill>
                  <a:srgbClr val="969696"/>
                </a:solidFill>
                <a:latin typeface="Britannic Bold" panose="020B0903060703020204" pitchFamily="34" charset="0"/>
              </a:rPr>
              <a:t>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B8883C-5249-4144-ACF8-C83B2B460993}"/>
              </a:ext>
            </a:extLst>
          </p:cNvPr>
          <p:cNvSpPr/>
          <p:nvPr/>
        </p:nvSpPr>
        <p:spPr>
          <a:xfrm>
            <a:off x="878264" y="1760595"/>
            <a:ext cx="10435472" cy="16684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/>
              <a:t>This project effectively demonstrates how a company's employee; their job roles, qualification, bonus, leave and payroll data can be managed and analyzed using a relational database. Through SQL queries, we uncovered insightful trends, enabling data-driven HR and management decisions.</a:t>
            </a:r>
          </a:p>
        </p:txBody>
      </p:sp>
    </p:spTree>
    <p:extLst>
      <p:ext uri="{BB962C8B-B14F-4D97-AF65-F5344CB8AC3E}">
        <p14:creationId xmlns:p14="http://schemas.microsoft.com/office/powerpoint/2010/main" val="19631982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841</Words>
  <Application>Microsoft Office PowerPoint</Application>
  <PresentationFormat>Widescreen</PresentationFormat>
  <Paragraphs>127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Times New Roman</vt:lpstr>
      <vt:lpstr>Wingdings</vt:lpstr>
      <vt:lpstr>Libre Baskerville</vt:lpstr>
      <vt:lpstr>Britannic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Sahil Sawant</cp:lastModifiedBy>
  <cp:revision>33</cp:revision>
  <dcterms:created xsi:type="dcterms:W3CDTF">2021-02-16T05:19:01Z</dcterms:created>
  <dcterms:modified xsi:type="dcterms:W3CDTF">2025-06-20T02:33:46Z</dcterms:modified>
</cp:coreProperties>
</file>